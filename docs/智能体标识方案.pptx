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11091187" r:id="rId3"/>
    <p:sldId id="11091189" r:id="rId5"/>
    <p:sldId id="11091193" r:id="rId6"/>
    <p:sldId id="11091206" r:id="rId7"/>
    <p:sldId id="11091207" r:id="rId8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83" userDrawn="1">
          <p15:clr>
            <a:srgbClr val="A4A3A4"/>
          </p15:clr>
        </p15:guide>
        <p15:guide id="2" pos="41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a Vida Villanueva" initials="MVV" lastIdx="0" clrIdx="0"/>
  <p:cmAuthor id="2" name="1206988966@qq.com" initials="1" lastIdx="0" clrIdx="1"/>
  <p:cmAuthor id="3" name="Lee Tracy" initials="LT" lastIdx="0" clrIdx="2"/>
  <p:cmAuthor id="4" name="姜伟光" initials="姜" lastIdx="0" clrIdx="3"/>
  <p:cmAuthor id="5" name="86189" initials="8" lastIdx="0" clrIdx="4"/>
  <p:cmAuthor id="6" name="刘 阳" initials="刘" lastIdx="0" clrIdx="5"/>
  <p:cmAuthor id="7" name="Shu Yan" initials="SY" lastIdx="0" clrIdx="6"/>
  <p:cmAuthor id="8" name="sun yin" initials="sy" lastIdx="0" clrIdx="7"/>
  <p:cmAuthor id="9" name="Administrator" initials="A" lastIdx="0" clrIdx="8"/>
  <p:cmAuthor id="10" name="宋洁然" initials="宋" lastIdx="0" clrIdx="9"/>
  <p:cmAuthor id="11" name="ming qiu" initials="m" lastIdx="0" clrIdx="10"/>
  <p:cmAuthor id="12" name="未知用户93" initials="" lastIdx="0" clrIdx="11"/>
  <p:cmAuthor id="13" name="未知用户90" initials="" lastIdx="0" clrIdx="12"/>
  <p:cmAuthor id="14" name="未知用户91" initials="" lastIdx="0" clrIdx="13"/>
  <p:cmAuthor id="15" name="未知用户92" initials="" lastIdx="0" clrIdx="14"/>
  <p:cmAuthor id="16" name="未知用户74" initials="" lastIdx="0" clrIdx="15"/>
  <p:cmAuthor id="17" name="未知用户75" initials="" lastIdx="0" clrIdx="16"/>
  <p:cmAuthor id="18" name="未知用户76" initials="" lastIdx="0" clrIdx="17"/>
  <p:cmAuthor id="19" name="未知用户77" initials="" lastIdx="0" clrIdx="18"/>
  <p:cmAuthor id="20" name="未知用户78" initials="" lastIdx="0" clrIdx="19"/>
  <p:cmAuthor id="21" name="未知用户79" initials="" lastIdx="0" clrIdx="20"/>
  <p:cmAuthor id="22" name="未知用户80" initials="" lastIdx="0" clrIdx="21"/>
  <p:cmAuthor id="23" name="Bi Daniel" initials="BD" lastIdx="0" clrIdx="22"/>
  <p:cmAuthor id="24" name="Harry xu" initials="" lastIdx="0" clrIdx="23"/>
  <p:cmAuthor id="25" name="张旭" initials="张" lastIdx="0" clrIdx="24"/>
  <p:cmAuthor id="26" name="未知用户27" initials="未" lastIdx="0" clrIdx="25"/>
  <p:cmAuthor id="27" name="马宝罗" initials="马" lastIdx="0" clrIdx="26"/>
  <p:cmAuthor id="28" name="未知用户35" initials="未" lastIdx="0" clrIdx="27"/>
  <p:cmAuthor id="29" name="WENQU" initials="W" lastIdx="0" clrIdx="28"/>
  <p:cmAuthor id="30" name="未知用户111" initials="未" lastIdx="0" clrIdx="29"/>
  <p:cmAuthor id="31" name="joyce" initials="j" lastIdx="0" clrIdx="30"/>
  <p:cmAuthor id="32" name="赵 老白" initials="赵" lastIdx="0" clrIdx="31"/>
  <p:cmAuthor id="33" name="bubi-wjp" initials="b" lastIdx="0" clrIdx="32"/>
  <p:cmAuthor id="34" name="应芳芳" initials="应" lastIdx="0" clrIdx="33"/>
  <p:cmAuthor id="35" name="sunny盛" initials="s" lastIdx="0" clrIdx="34"/>
  <p:cmAuthor id="36" name="未知用户4" initials="未" lastIdx="0" clrIdx="35"/>
  <p:cmAuthor id="37" name="00035181" initials="0" lastIdx="0" clrIdx="36"/>
  <p:cmAuthor id="38" name="许洁" initials="许" lastIdx="0" clrIdx="37"/>
  <p:cmAuthor id="39" name="张燕" initials="MSOffice" lastIdx="0" clrIdx="38"/>
  <p:cmAuthor id="40" name="Saku Uchikawa" initials="S" lastIdx="0" clrIdx="39"/>
  <p:cmAuthor id="41" name="wenxiuxiu" initials="w" lastIdx="0" clrIdx="40"/>
  <p:cmAuthor id="42" name="Z1520" initials="Z" lastIdx="0" clrIdx="41"/>
  <p:cmAuthor id="43" name="蔡建楠" initials="caijianna" lastIdx="0" clrIdx="42"/>
  <p:cmAuthor id="44" name="zyw" initials="z" lastIdx="0" clrIdx="43"/>
  <p:cmAuthor id="45" name="xbany" initials="xb21cn" lastIdx="0" clrIdx="44"/>
  <p:cmAuthor id="46" name="Xi Chen" initials="XC" lastIdx="0" clrIdx="45"/>
  <p:cmAuthor id="47" name="Microsoft Office 用户" initials="MO用 [8] [6]" lastIdx="0" clrIdx="46"/>
  <p:cmAuthor id="48" name="Chang, Catherine (BJ/DA)" initials="CC(" lastIdx="0" clrIdx="47"/>
  <p:cmAuthor id="49" name="殷格非" initials="殷" lastIdx="0" clrIdx="48"/>
  <p:cmAuthor id="50" name="李蕾00009994" initials="李" lastIdx="0" clrIdx="49"/>
  <p:cmAuthor id="51" name="z r" initials="zr" lastIdx="0" clrIdx="50"/>
  <p:cmAuthor id="52" name="wyz" initials="w" lastIdx="0" clrIdx="51"/>
  <p:cmAuthor id="53" name="石晓利" initials="C" lastIdx="0" clrIdx="52"/>
  <p:cmAuthor id="54" name="zrf" initials="zrf" lastIdx="0" clrIdx="53"/>
  <p:cmAuthor id="55" name="Hou Yingfeng" initials="H" lastIdx="0" clrIdx="54"/>
  <p:cmAuthor id="56" name="10056791" initials="ZTE" lastIdx="0" clrIdx="55"/>
  <p:cmAuthor id="57" name="李楠10047711" initials="李楠10047711" lastIdx="0" clrIdx="56"/>
  <p:cmAuthor id="58" name="赵欣" initials="zx" lastIdx="0" clrIdx="57"/>
  <p:cmAuthor id="59" name="沈霄雷" initials="沈" lastIdx="0" clrIdx="58"/>
  <p:cmAuthor id="60" name="sammi" initials="s" lastIdx="0" clrIdx="59"/>
  <p:cmAuthor id="61" name="wang" initials="wang" lastIdx="0" clrIdx="60"/>
  <p:cmAuthor id="62" name="Microsoft Office User" initials="MOU" lastIdx="0" clrIdx="61"/>
  <p:cmAuthor id="63" name="yang.yuan" initials="y" lastIdx="0" clrIdx="62"/>
  <p:cmAuthor id="64" name="齐 Mandy" initials="齐" lastIdx="0" clrIdx="63"/>
  <p:cmAuthor id="65" name="东方_b3dea543bad08e97" initials="authorId_278826930" lastIdx="0" clrIdx="64"/>
  <p:cmAuthor id="66" name="青青" initials="青" lastIdx="0" clrIdx="65"/>
  <p:cmAuthor id="67" name="Ella Dong" initials="ED" lastIdx="0" clrIdx="66"/>
  <p:cmAuthor id="68" name="karezi" initials="k" lastIdx="0" clrIdx="67"/>
  <p:cmAuthor id="69" name="小延魔法师" initials="小" lastIdx="0" clrIdx="68"/>
  <p:cmAuthor id="70" name="Unknown User117" initials="U" lastIdx="0" clrIdx="69"/>
  <p:cmAuthor id="71" name="黄晓平" initials="黄" lastIdx="0" clrIdx="70"/>
  <p:cmAuthor id="72" name="hl sun" initials="h" lastIdx="0" clrIdx="71"/>
  <p:cmAuthor id="73" name="SF" initials="S" lastIdx="0" clrIdx="72"/>
  <p:cmAuthor id="74" name="Mary Feil-Jacobs" initials="M" lastIdx="0" clrIdx="73"/>
  <p:cmAuthor id="75" name="朱晓瑜" initials="朱" lastIdx="0" clrIdx="74"/>
  <p:cmAuthor id="76" name="zhangmh@httz.cc" initials="z" lastIdx="0" clrIdx="75"/>
  <p:cmAuthor id="77" name="張秀娟" initials="張" lastIdx="0" clrIdx="76"/>
  <p:cmAuthor id="78" name="唐可欣" initials="唐" lastIdx="0" clrIdx="77"/>
  <p:cmAuthor id="79" name="王鹏凯" initials="王" lastIdx="0" clrIdx="78"/>
  <p:cmAuthor id="80" name="施普希（菜菜）" initials="施" lastIdx="0" clrIdx="79"/>
  <p:cmAuthor id="81" name="sjzx" initials="s" lastIdx="0" clrIdx="80"/>
  <p:cmAuthor id="82" name="thomas" initials="t" lastIdx="0" clrIdx="81"/>
  <p:cmAuthor id="83" name="周文_R7fau6bq" initials="authorId_265585642" lastIdx="0" clrIdx="82"/>
  <p:cmAuthor id="84" name="王娟" initials="1" lastIdx="0" clrIdx="83"/>
  <p:cmAuthor id="85" name="zhang shaohui" initials="zs" lastIdx="0" clrIdx="84"/>
  <p:cmAuthor id="86" name="吴迪" initials="wd" lastIdx="0" clrIdx="85"/>
  <p:cmAuthor id="87" name="王竑达" initials="王竑达" lastIdx="0" clrIdx="86"/>
  <p:cmAuthor id="88" name="琦莹 吴" initials="琦莹" lastIdx="0" clrIdx="87"/>
  <p:cmAuthor id="89" name="梁鹏" initials="u" lastIdx="0" clrIdx="88"/>
  <p:cmAuthor id="90" name="范 斌" initials="范" lastIdx="0" clrIdx="89"/>
  <p:cmAuthor id="91" name="毕邺" initials="党委办公室" lastIdx="0" clrIdx="90"/>
  <p:cmAuthor id="92" name="不明使用者20" initials="不" lastIdx="0" clrIdx="91"/>
  <p:cmAuthor id="93" name="clinchen" initials="c" lastIdx="0" clrIdx="92"/>
  <p:cmAuthor id="94" name="Evonlin" initials="E" lastIdx="0" clrIdx="93"/>
  <p:cmAuthor id="95" name="Unknown User48" initials="" lastIdx="0" clrIdx="94"/>
  <p:cmAuthor id="96" name="未知用户103" initials="" lastIdx="0" clrIdx="95"/>
  <p:cmAuthor id="97" name="Unknown User52" initials="" lastIdx="0" clrIdx="96"/>
  <p:cmAuthor id="98" name="未知的使用者42" initials="" lastIdx="0" clrIdx="97"/>
  <p:cmAuthor id="99" name="Unknown User50" initials="" lastIdx="0" clrIdx="98"/>
  <p:cmAuthor id="100" name="未知的使用者120" initials="" lastIdx="0" clrIdx="99"/>
  <p:cmAuthor id="101" name="px" initials="" lastIdx="0" clrIdx="100"/>
  <p:cmAuthor id="102" name="作者" initials="A" lastIdx="0" clrIdx="101"/>
  <p:cmAuthor id="103" name="elfinhsu" initials="" lastIdx="0" clrIdx="102"/>
  <p:cmAuthor id="104" name="微软用户" initials="" lastIdx="0" clrIdx="103"/>
  <p:cmAuthor id="105" name="未知的使用者73" initials="" lastIdx="0" clrIdx="104"/>
  <p:cmAuthor id="106" name="未知的使用者24" initials="" lastIdx="0" clrIdx="105"/>
  <p:cmAuthor id="107" name="未知用户16" initials="" lastIdx="0" clrIdx="106"/>
  <p:cmAuthor id="108" name="LiuHui" initials="" lastIdx="0" clrIdx="107"/>
  <p:cmAuthor id="109" name="未知的使用者45" initials="" lastIdx="0" clrIdx="108"/>
  <p:cmAuthor id="110" name="未知用户104" initials="" lastIdx="0" clrIdx="109"/>
  <p:cmAuthor id="111" name="未知用户5" initials="" lastIdx="0" clrIdx="110"/>
  <p:cmAuthor id="112" name="未知的使用者10" initials="" lastIdx="0" clrIdx="111"/>
  <p:cmAuthor id="113" name="未知的使用者93" initials="" lastIdx="0" clrIdx="112"/>
  <p:cmAuthor id="114" name="LeeElva" initials="" lastIdx="0" clrIdx="113"/>
  <p:cmAuthor id="115" name="未知用户99" initials="" lastIdx="0" clrIdx="114"/>
  <p:cmAuthor id="116" name="未知的使用者34" initials="" lastIdx="0" clrIdx="115"/>
  <p:cmAuthor id="117" name="未知的使用者115" initials="" lastIdx="0" clrIdx="116"/>
  <p:cmAuthor id="118" name="未知用户57" initials="" lastIdx="0" clrIdx="117"/>
  <p:cmAuthor id="119" name="lianghb" initials="" lastIdx="0" clrIdx="118"/>
  <p:cmAuthor id="120" name="未知用户17" initials="" lastIdx="0" clrIdx="119"/>
  <p:cmAuthor id="121" name="Deanna Schuler (Bookey Consulting)" initials="" lastIdx="0" clrIdx="120"/>
  <p:cmAuthor id="122" name="未知的使用者57" initials="" lastIdx="0" clrIdx="121"/>
  <p:cmAuthor id="123" name="未知的使用者16" initials="" lastIdx="0" clrIdx="122"/>
  <p:cmAuthor id="124" name="未知的使用者35" initials="" lastIdx="0" clrIdx="123"/>
  <p:cmAuthor id="125" name="未知用户102" initials="" lastIdx="0" clrIdx="124"/>
  <p:cmAuthor id="126" name="maxine" initials="" lastIdx="0" clrIdx="125"/>
  <p:cmAuthor id="127" name="未知的使用者121" initials="" lastIdx="0" clrIdx="126"/>
  <p:cmAuthor id="128" name="未知的使用者12" initials="" lastIdx="0" clrIdx="127"/>
  <p:cmAuthor id="129" name="周元元" initials="" lastIdx="0" clrIdx="128"/>
  <p:cmAuthor id="130" name="未知的使用者27" initials="" lastIdx="0" clrIdx="129"/>
  <p:cmAuthor id="131" name="未知的使用者30" initials="" lastIdx="0" clrIdx="130"/>
  <p:cmAuthor id="132" name="未知的使用者53" initials="" lastIdx="0" clrIdx="131"/>
  <p:cmAuthor id="133" name="未知用户58" initials="" lastIdx="0" clrIdx="132"/>
  <p:cmAuthor id="134" name="未知的使用者25" initials="" lastIdx="0" clrIdx="133"/>
  <p:cmAuthor id="135" name="liupeng" initials="" lastIdx="0" clrIdx="134"/>
  <p:cmAuthor id="136" name="未知用户24" initials="" lastIdx="0" clrIdx="135"/>
  <p:cmAuthor id="137" name="AbuSina" initials="" lastIdx="0" clrIdx="136"/>
  <p:cmAuthor id="138" name="未知的使用者94" initials="" lastIdx="0" clrIdx="137"/>
  <p:cmAuthor id="139" name="未知用户66" initials="" lastIdx="0" clrIdx="138"/>
  <p:cmAuthor id="140" name="未知用户19" initials="" lastIdx="0" clrIdx="139"/>
  <p:cmAuthor id="141" name="周宏達JerryChou" initials="" lastIdx="0" clrIdx="140"/>
  <p:cmAuthor id="142" name="未知用户7" initials="" lastIdx="0" clrIdx="141"/>
  <p:cmAuthor id="143" name="未知的使用者56" initials="" lastIdx="0" clrIdx="142"/>
  <p:cmAuthor id="144" name="未知的使用者119" initials="" lastIdx="0" clrIdx="143"/>
  <p:cmAuthor id="145" name="未知用户59" initials="" lastIdx="0" clrIdx="144"/>
  <p:cmAuthor id="146" name="Nie" initials="N" lastIdx="0" clrIdx="145"/>
  <p:cmAuthor id="147" name="未知的使用者22" initials="" lastIdx="0" clrIdx="146"/>
  <p:cmAuthor id="148" name="未知的使用者103" initials="" lastIdx="0" clrIdx="147"/>
  <p:cmAuthor id="149" name="Wenwen" initials="" lastIdx="0" clrIdx="148"/>
  <p:cmAuthor id="150" name="未知的使用者117" initials="" lastIdx="0" clrIdx="149"/>
  <p:cmAuthor id="151" name="未知的使用者33" initials="" lastIdx="0" clrIdx="150"/>
  <p:cmAuthor id="152" name="未知的使用者28" initials="" lastIdx="0" clrIdx="151"/>
  <p:cmAuthor id="153" name="未知用户67" initials="" lastIdx="0" clrIdx="152"/>
  <p:cmAuthor id="154" name="未知用户114" initials="" lastIdx="0" clrIdx="153"/>
  <p:cmAuthor id="155" name="未知用户18" initials="" lastIdx="0" clrIdx="154"/>
  <p:cmAuthor id="156" name="未知的使用者67" initials="" lastIdx="0" clrIdx="155"/>
  <p:cmAuthor id="157" name="未知的使用者46" initials="" lastIdx="0" clrIdx="156"/>
  <p:cmAuthor id="158" name="未知的使用者26" initials="" lastIdx="0" clrIdx="157"/>
  <p:cmAuthor id="159" name="未知的使用者43" initials="" lastIdx="0" clrIdx="158"/>
  <p:cmAuthor id="160" name="未知的使用者9" initials="" lastIdx="0" clrIdx="159"/>
  <p:cmAuthor id="161" name="未知用户62" initials="" lastIdx="0" clrIdx="160"/>
  <p:cmAuthor id="162" name="yuanzh" initials="" lastIdx="0" clrIdx="161"/>
  <p:cmAuthor id="163" name="不明使用者57" initials="" lastIdx="0" clrIdx="162"/>
  <p:cmAuthor id="164" name="未知用户108" initials="" lastIdx="0" clrIdx="163"/>
  <p:cmAuthor id="165" name="未知的使用者110" initials="" lastIdx="0" clrIdx="164"/>
  <p:cmAuthor id="166" name="linyd" initials="" lastIdx="0" clrIdx="165"/>
  <p:cmAuthor id="167" name="未知用户8" initials="" lastIdx="0" clrIdx="166"/>
  <p:cmAuthor id="168" name="未知的使用者31" initials="" lastIdx="0" clrIdx="167"/>
  <p:cmAuthor id="169" name="未知用户81" initials="" lastIdx="0" clrIdx="168"/>
  <p:cmAuthor id="170" name="未知用户115" initials="" lastIdx="0" clrIdx="169"/>
  <p:cmAuthor id="171" name="未知用户21" initials="" lastIdx="0" clrIdx="170"/>
  <p:cmAuthor id="172" name="未知的使用者68" initials="" lastIdx="0" clrIdx="171"/>
  <p:cmAuthor id="173" name="mm" initials="" lastIdx="0" clrIdx="172"/>
  <p:cmAuthor id="174" name="未知用户15" initials="" lastIdx="0" clrIdx="173"/>
  <p:cmAuthor id="175" name="未知用户82" initials="" lastIdx="0" clrIdx="174"/>
  <p:cmAuthor id="176" name="wangchao" initials="w" lastIdx="0" clrIdx="175"/>
  <p:cmAuthor id="177" name="未知的使用者7" initials="" lastIdx="0" clrIdx="176"/>
  <p:cmAuthor id="178" name="未知用户6" initials="" lastIdx="0" clrIdx="177"/>
  <p:cmAuthor id="179" name="未知的使用者55" initials="" lastIdx="0" clrIdx="178"/>
  <p:cmAuthor id="180" name="未知的使用者111" initials="" lastIdx="0" clrIdx="179"/>
  <p:cmAuthor id="181" name="未知的使用者50" initials="" lastIdx="0" clrIdx="180"/>
  <p:cmAuthor id="182" name="未知的使用者11" initials="" lastIdx="0" clrIdx="181"/>
  <p:cmAuthor id="183" name="未知用户47" initials="" lastIdx="0" clrIdx="182"/>
  <p:cmAuthor id="184" name="未知用户106" initials="未" lastIdx="0" clrIdx="183"/>
  <p:cmAuthor id="185" name="杨艳冉" initials="g" lastIdx="0" clrIdx="184"/>
  <p:cmAuthor id="186" name="未知用户116" initials="" lastIdx="0" clrIdx="185"/>
  <p:cmAuthor id="187" name="未知的使用者150" initials="未" lastIdx="0" clrIdx="186"/>
  <p:cmAuthor id="188" name="未知的使用者69" initials="" lastIdx="0" clrIdx="187"/>
  <p:cmAuthor id="189" name="未知的使用者112" initials="" lastIdx="0" clrIdx="188"/>
  <p:cmAuthor id="190" name="Kevin Hu" initials="" lastIdx="0" clrIdx="189"/>
  <p:cmAuthor id="191" name="未知的使用者38" initials="" lastIdx="0" clrIdx="190"/>
  <p:cmAuthor id="192" name="未知的使用者8" initials="" lastIdx="0" clrIdx="191"/>
  <p:cmAuthor id="193" name="不明使用者56" initials="" lastIdx="0" clrIdx="192"/>
  <p:cmAuthor id="194" name="P00035_jeremy" initials="" lastIdx="0" clrIdx="193"/>
  <p:cmAuthor id="195" name="Unknown User7" initials="" lastIdx="0" clrIdx="194"/>
  <p:cmAuthor id="196" name="muzi wei" initials="" lastIdx="0" clrIdx="195"/>
  <p:cmAuthor id="197" name="曾蓓/贝贝" initials="曾" lastIdx="0" clrIdx="196"/>
  <p:cmAuthor id="198" name="未知的使用者41" initials="" lastIdx="0" clrIdx="197"/>
  <p:cmAuthor id="199" name="未知的使用者13" initials="" lastIdx="0" clrIdx="198"/>
  <p:cmAuthor id="200" name="djj" initials="" lastIdx="0" clrIdx="199"/>
  <p:cmAuthor id="201" name="未知用户117" initials="" lastIdx="0" clrIdx="200"/>
  <p:cmAuthor id="202" name="未知的使用者92" initials="未" lastIdx="0" clrIdx="201"/>
  <p:cmAuthor id="203" name="未知用户13" initials="" lastIdx="0" clrIdx="202"/>
  <p:cmAuthor id="204" name="不明使用者21" initials="" lastIdx="0" clrIdx="203"/>
  <p:cmAuthor id="205" name="YUMINGNJ" initials="" lastIdx="0" clrIdx="204"/>
  <p:cmAuthor id="206" name="未知的使用者52" initials="" lastIdx="0" clrIdx="205"/>
  <p:cmAuthor id="207" name="未知用户109" initials="" lastIdx="0" clrIdx="206"/>
  <p:cmAuthor id="208" name="Unknown User24" initials="U" lastIdx="0" clrIdx="207"/>
  <p:cmAuthor id="209" name="未知的使用者3" initials="" lastIdx="0" clrIdx="208"/>
  <p:cmAuthor id="210" name="未知用户14" initials="" lastIdx="0" clrIdx="209"/>
  <p:cmAuthor id="211" name="Unknown User65" initials="U" lastIdx="0" clrIdx="210"/>
  <p:cmAuthor id="212" name="未知用户98" initials="" lastIdx="0" clrIdx="211"/>
  <p:cmAuthor id="213" name="Unknown User11" initials="U" lastIdx="0" clrIdx="212"/>
  <p:cmAuthor id="214" name="未知用户83" initials="" lastIdx="0" clrIdx="213"/>
  <p:cmAuthor id="215" name="未知用户61" initials="" lastIdx="0" clrIdx="214"/>
  <p:cmAuthor id="216" name="Jason Wang" initials="" lastIdx="0" clrIdx="215"/>
  <p:cmAuthor id="217" name="不明使用者18" initials="" lastIdx="0" clrIdx="216"/>
  <p:cmAuthor id="218" name="未知用户28" initials="未" lastIdx="0" clrIdx="217"/>
  <p:cmAuthor id="219" name="未知的使用者72" initials="" lastIdx="0" clrIdx="218"/>
  <p:cmAuthor id="220" name="未知的使用者48" initials="" lastIdx="0" clrIdx="219"/>
  <p:cmAuthor id="221" name="未知的使用者104" initials="" lastIdx="0" clrIdx="220"/>
  <p:cmAuthor id="222" name="未知用户60" initials="" lastIdx="0" clrIdx="221"/>
  <p:cmAuthor id="223" name="未知的使用者39" initials="未" lastIdx="0" clrIdx="222"/>
  <p:cmAuthor id="224" name="Shawna Strickland" initials="" lastIdx="0" clrIdx="223"/>
  <p:cmAuthor id="225" name="未知的使用者36" initials="" lastIdx="0" clrIdx="224"/>
  <p:cmAuthor id="226" name="未知的使用者136" initials="未" lastIdx="0" clrIdx="225"/>
  <p:cmAuthor id="227" name="Daniel Wuu" initials="" lastIdx="0" clrIdx="226"/>
  <p:cmAuthor id="228" name="未知用户56" initials="" lastIdx="0" clrIdx="227"/>
  <p:cmAuthor id="229" name="未知的使用者14" initials="" lastIdx="0" clrIdx="228"/>
  <p:cmAuthor id="230" name="未知的使用者140" initials="未" lastIdx="0" clrIdx="229"/>
  <p:cmAuthor id="231" name="未知的使用者197" initials="未" lastIdx="0" clrIdx="230"/>
  <p:cmAuthor id="232" name="Ashley Eberenz" initials="" lastIdx="0" clrIdx="231"/>
  <p:cmAuthor id="233" name="不明使用者19" initials="" lastIdx="0" clrIdx="232"/>
  <p:cmAuthor id="234" name="qiantong" initials="" lastIdx="0" clrIdx="233"/>
  <p:cmAuthor id="235" name="未知的使用者74" initials="" lastIdx="0" clrIdx="234"/>
  <p:cmAuthor id="236" name="未知的使用者23" initials="" lastIdx="0" clrIdx="235"/>
  <p:cmAuthor id="237" name="未知的使用者1" initials="" lastIdx="0" clrIdx="236"/>
  <p:cmAuthor id="238" name="116304" initials="" lastIdx="0" clrIdx="237"/>
  <p:cmAuthor id="239" name="未知用户31" initials="未" lastIdx="0" clrIdx="238"/>
  <p:cmAuthor id="240" name="R affer" initials="" lastIdx="0" clrIdx="239"/>
  <p:cmAuthor id="241" name="qihua-DCMS" initials="" lastIdx="0" clrIdx="240"/>
  <p:cmAuthor id="242" name="未知用户55" initials="" lastIdx="0" clrIdx="241"/>
  <p:cmAuthor id="243" name="未知的使用者95" initials="" lastIdx="0" clrIdx="242"/>
  <p:cmAuthor id="244" name="未知的使用者168" initials="未" lastIdx="0" clrIdx="243"/>
  <p:cmAuthor id="245" name="未知的使用者32" initials="" lastIdx="0" clrIdx="244"/>
  <p:cmAuthor id="246" name="未知的使用者49" initials="" lastIdx="0" clrIdx="245"/>
  <p:cmAuthor id="247" name="Unknown User26" initials="U" lastIdx="0" clrIdx="246"/>
  <p:cmAuthor id="248" name="yuexuejun" initials="" lastIdx="0" clrIdx="247"/>
  <p:cmAuthor id="249" name="未知的使用者71" initials="" lastIdx="0" clrIdx="248"/>
  <p:cmAuthor id="250" name="未知的使用者105" initials="" lastIdx="0" clrIdx="249"/>
  <p:cmAuthor id="251" name="Unknown User70" initials="" lastIdx="0" clrIdx="250"/>
  <p:cmAuthor id="252" name="未知的使用者198" initials="未" lastIdx="0" clrIdx="251"/>
  <p:cmAuthor id="253" name="未知用户23" initials="" lastIdx="0" clrIdx="252"/>
  <p:cmAuthor id="254" name="hanjuncompany" initials="" lastIdx="0" clrIdx="253"/>
  <p:cmAuthor id="255" name="kathy chen" initials="" lastIdx="0" clrIdx="254"/>
  <p:cmAuthor id="256" name="未知的使用者63" initials="" lastIdx="0" clrIdx="255"/>
  <p:cmAuthor id="257" name="Wangsisheng" initials="W" lastIdx="0" clrIdx="256"/>
  <p:cmAuthor id="258" name="未知的使用者64" initials="" lastIdx="0" clrIdx="257"/>
  <p:cmAuthor id="259" name="未知的使用者47" initials="" lastIdx="0" clrIdx="258"/>
  <p:cmAuthor id="260" name="未知的使用者60" initials="" lastIdx="0" clrIdx="259"/>
  <p:cmAuthor id="261" name="未知的使用者59" initials="" lastIdx="0" clrIdx="260"/>
  <p:cmAuthor id="262" name="未知的使用者54" initials="" lastIdx="0" clrIdx="261"/>
  <p:cmAuthor id="263" name="未知的使用者66" initials="" lastIdx="0" clrIdx="262"/>
  <p:cmAuthor id="264" name="未知的使用者65" initials="" lastIdx="0" clrIdx="263"/>
  <p:cmAuthor id="265" name="未知的使用者106" initials="" lastIdx="0" clrIdx="264"/>
  <p:cmAuthor id="266" name="未知的使用者107" initials="" lastIdx="0" clrIdx="265"/>
  <p:cmAuthor id="267" name="未知的使用者108" initials="" lastIdx="0" clrIdx="266"/>
  <p:cmAuthor id="268" name="未知的使用者86" initials="" lastIdx="0" clrIdx="267"/>
  <p:cmAuthor id="269" name="未知的使用者116" initials="" lastIdx="0" clrIdx="268"/>
  <p:cmAuthor id="270" name="未知的使用者44" initials="" lastIdx="0" clrIdx="269"/>
  <p:cmAuthor id="271" name="未知的使用者37" initials="" lastIdx="0" clrIdx="270"/>
  <p:cmAuthor id="272" name="未知的使用者126" initials="" lastIdx="0" clrIdx="271"/>
  <p:cmAuthor id="273" name="未知的使用者127" initials="" lastIdx="0" clrIdx="272"/>
  <p:cmAuthor id="274" name="未知的使用者128" initials="" lastIdx="0" clrIdx="273"/>
  <p:cmAuthor id="275" name="未知的使用者124" initials="" lastIdx="0" clrIdx="274"/>
  <p:cmAuthor id="276" name="未知的使用者125" initials="" lastIdx="0" clrIdx="275"/>
  <p:cmAuthor id="277" name="Sara Chen" initials="" lastIdx="0" clrIdx="276"/>
  <p:cmAuthor id="278" name="huang gerrard" initials="" lastIdx="0" clrIdx="277"/>
  <p:cmAuthor id="279" name="未知用户170" initials="" lastIdx="0" clrIdx="278"/>
  <p:cmAuthor id="280" name="未知用户171" initials="" lastIdx="0" clrIdx="279"/>
  <p:cmAuthor id="281" name="未知用户172" initials="" lastIdx="0" clrIdx="280"/>
  <p:cmAuthor id="282" name="未知用户173" initials="" lastIdx="0" clrIdx="281"/>
  <p:cmAuthor id="283" name="未知用户149" initials="" lastIdx="0" clrIdx="282"/>
  <p:cmAuthor id="284" name="未知用户150" initials="" lastIdx="0" clrIdx="283"/>
  <p:cmAuthor id="285" name="未知用户151" initials="" lastIdx="0" clrIdx="284"/>
  <p:cmAuthor id="286" name="未知用户152" initials="" lastIdx="0" clrIdx="285"/>
  <p:cmAuthor id="287" name="未知用户153" initials="" lastIdx="0" clrIdx="286"/>
  <p:cmAuthor id="288" name="未知用户154" initials="" lastIdx="0" clrIdx="287"/>
  <p:cmAuthor id="289" name="未知用户155" initials="" lastIdx="0" clrIdx="288"/>
  <p:cmAuthor id="290" name="未知用户41" initials="" lastIdx="0" clrIdx="289"/>
  <p:cmAuthor id="291" name="未知用户44" initials="" lastIdx="0" clrIdx="290"/>
  <p:cmAuthor id="292" name="未知用户45" initials="" lastIdx="0" clrIdx="291"/>
  <p:cmAuthor id="293" name="未知用户156" initials="" lastIdx="0" clrIdx="292"/>
  <p:cmAuthor id="294" name="未知用户64" initials="" lastIdx="0" clrIdx="293"/>
  <p:cmAuthor id="295" name="未知用户65" initials="" lastIdx="0" clrIdx="294"/>
  <p:cmAuthor id="296" name="未知用户68" initials="" lastIdx="0" clrIdx="295"/>
  <p:cmAuthor id="297" name="未知用户69" initials="" lastIdx="0" clrIdx="296"/>
  <p:cmAuthor id="298" name="未知用户70" initials="" lastIdx="0" clrIdx="297"/>
  <p:cmAuthor id="299" name="未知用户71" initials="" lastIdx="0" clrIdx="298"/>
  <p:cmAuthor id="300" name="未知用户72" initials="" lastIdx="0" clrIdx="299"/>
  <p:cmAuthor id="301" name="未知用户73" initials="" lastIdx="0" clrIdx="300"/>
  <p:cmAuthor id="302" name="未知用户49" initials="" lastIdx="0" clrIdx="301"/>
  <p:cmAuthor id="303" name="未知用户50" initials="" lastIdx="0" clrIdx="302"/>
  <p:cmAuthor id="304" name="未知用户52" initials="" lastIdx="0" clrIdx="303"/>
  <p:cmAuthor id="305" name="MA15" initials="" lastIdx="0" clrIdx="304"/>
  <p:cmAuthor id="306" name="未知用户53" initials="" lastIdx="0" clrIdx="305"/>
  <p:cmAuthor id="307" name="未知用户96" initials="" lastIdx="0" clrIdx="306"/>
  <p:cmAuthor id="308" name="未知用户48" initials="" lastIdx="0" clrIdx="307"/>
  <p:cmAuthor id="309" name="未知用户97" initials="" lastIdx="0" clrIdx="308"/>
  <p:cmAuthor id="310" name="未知用户40" initials="" lastIdx="0" clrIdx="309"/>
  <p:cmAuthor id="311" name="未知用户43" initials="" lastIdx="0" clrIdx="310"/>
  <p:cmAuthor id="312" name="未知用户100" initials="" lastIdx="0" clrIdx="311"/>
  <p:cmAuthor id="313" name="未知用户101" initials="" lastIdx="0" clrIdx="312"/>
  <p:cmAuthor id="314" name="未知用户26" initials="" lastIdx="0" clrIdx="313"/>
  <p:cmAuthor id="315" name="未知用户29" initials="" lastIdx="0" clrIdx="314"/>
  <p:cmAuthor id="316" name="未知用户32" initials="" lastIdx="0" clrIdx="315"/>
  <p:cmAuthor id="317" name="未知用户33" initials="" lastIdx="0" clrIdx="316"/>
  <p:cmAuthor id="318" name="未知用户34" initials="" lastIdx="0" clrIdx="317"/>
  <p:cmAuthor id="319" name="未知用户42" initials="" lastIdx="0" clrIdx="318"/>
  <p:cmAuthor id="320" name="未知的使用者109" initials="" lastIdx="0" clrIdx="319"/>
  <p:cmAuthor id="321" name="未知的使用者122" initials="" lastIdx="0" clrIdx="320"/>
  <p:cmAuthor id="322" name="未知的使用者123" initials="" lastIdx="0" clrIdx="321"/>
  <p:cmAuthor id="323" name="霍航宇" initials="霍" lastIdx="0" clrIdx="322"/>
  <p:cmAuthor id="324" name="金良" initials="金" lastIdx="0" clrIdx="323"/>
  <p:cmAuthor id="325" name="xtt" initials="x" lastIdx="0" clrIdx="324"/>
  <p:cmAuthor id="326" name="朱佳佳" initials="IRIS" lastIdx="0" clrIdx="325"/>
  <p:cmAuthor id="327" name="Lynn" initials="L" lastIdx="0" clrIdx="326"/>
  <p:cmAuthor id="328" name="Fang, Garrick (QD/DA)" initials="FG(" lastIdx="0" clrIdx="327"/>
  <p:cmAuthor id="329" name="10066351" initials="1" lastIdx="0" clrIdx="328"/>
  <p:cmAuthor id="330" name="Author" initials="A" lastIdx="0" clrIdx="329"/>
  <p:cmAuthor id="331" name="10196350" initials="rule" lastIdx="0" clrIdx="330"/>
  <p:cmAuthor id="332" name="10270945" initials="1" lastIdx="0" clrIdx="331"/>
  <p:cmAuthor id="333" name="10209970" initials="1" lastIdx="0" clrIdx="332"/>
  <p:cmAuthor id="334" name="10133177" initials="1" lastIdx="0" clrIdx="333"/>
  <p:cmAuthor id="335" name="10072453" initials="1" lastIdx="0" clrIdx="334"/>
  <p:cmAuthor id="336" name="未知的使用者77" initials="" lastIdx="0" clrIdx="335"/>
  <p:cmAuthor id="337" name="未知的使用者78" initials="" lastIdx="0" clrIdx="336"/>
  <p:cmAuthor id="338" name="10319231" initials="1" lastIdx="0" clrIdx="337"/>
  <p:cmAuthor id="339" name="未知的使用者79" initials="" lastIdx="0" clrIdx="338"/>
  <p:cmAuthor id="340" name="未知用户107" initials="" lastIdx="0" clrIdx="339"/>
  <p:cmAuthor id="341" name="未知的使用者80" initials="" lastIdx="0" clrIdx="340"/>
  <p:cmAuthor id="342" name="未知用户51" initials="" lastIdx="0" clrIdx="341"/>
  <p:cmAuthor id="343" name="未知的使用者82" initials="" lastIdx="0" clrIdx="342"/>
  <p:cmAuthor id="344" name="姜来" initials="姜" lastIdx="0" clrIdx="343"/>
  <p:cmAuthor id="345" name="未知的使用者83" initials="" lastIdx="0" clrIdx="344"/>
  <p:cmAuthor id="346" name="未知的使用者118" initials="" lastIdx="0" clrIdx="345"/>
  <p:cmAuthor id="347" name="未知的使用者84" initials="" lastIdx="0" clrIdx="346"/>
  <p:cmAuthor id="348" name="未知的使用者70" initials="" lastIdx="0" clrIdx="347"/>
  <p:cmAuthor id="349" name="未知的使用者85" initials="" lastIdx="0" clrIdx="348"/>
  <p:cmAuthor id="350" name="未知的使用者40" initials="" lastIdx="0" clrIdx="349"/>
  <p:cmAuthor id="351" name="未知的使用者87" initials="" lastIdx="0" clrIdx="350"/>
  <p:cmAuthor id="352" name="曾红" initials="" lastIdx="0" clrIdx="351"/>
  <p:cmAuthor id="353" name="未知的使用者90" initials="" lastIdx="0" clrIdx="352"/>
  <p:cmAuthor id="354" name="未知的使用者29" initials="" lastIdx="0" clrIdx="353"/>
  <p:cmAuthor id="355" name="未知的使用者91" initials="" lastIdx="0" clrIdx="354"/>
  <p:cmAuthor id="356" name="未知的使用者98" initials="" lastIdx="0" clrIdx="355"/>
  <p:cmAuthor id="357" name="CHRISYU" initials="" lastIdx="0" clrIdx="356"/>
  <p:cmAuthor id="358" name="未知的使用者113" initials="" lastIdx="0" clrIdx="357"/>
  <p:cmAuthor id="359" name="liucunri" initials="" lastIdx="0" clrIdx="358"/>
  <p:cmAuthor id="360" name="未知用户9" initials="" lastIdx="0" clrIdx="359"/>
  <p:cmAuthor id="361" name="00" initials="0" lastIdx="0" clrIdx="360"/>
  <p:cmAuthor id="362" name="zrk" initials="z" lastIdx="0" clrIdx="361"/>
  <p:cmAuthor id="363" name="孙 文杰" initials="孙" lastIdx="0" clrIdx="362"/>
  <p:cmAuthor id="364" name="未知用户429" initials="未" lastIdx="0" clrIdx="363"/>
  <p:cmAuthor id="365" name="未知用户348" initials="未" lastIdx="0" clrIdx="364"/>
  <p:cmAuthor id="366" name="未知用户430" initials="未" lastIdx="0" clrIdx="365"/>
  <p:cmAuthor id="367" name="未知用户389" initials="未" lastIdx="0" clrIdx="366"/>
  <p:cmAuthor id="368" name="未知用户350" initials="未" lastIdx="0" clrIdx="367"/>
  <p:cmAuthor id="369" name="zhouwd" initials="1" lastIdx="0" clrIdx="368"/>
  <p:cmAuthor id="370" name="未知用户431" initials="未" lastIdx="0" clrIdx="369"/>
  <p:cmAuthor id="371" name="未知用户351" initials="未" lastIdx="0" clrIdx="370"/>
  <p:cmAuthor id="372" name="10247586" initials="Nikodemus" lastIdx="0" clrIdx="371"/>
  <p:cmAuthor id="373" name="未知用户432" initials="未" lastIdx="0" clrIdx="372"/>
  <p:cmAuthor id="374" name="10247451" initials="1" lastIdx="0" clrIdx="373"/>
  <p:cmAuthor id="375" name="未知用户392" initials="未" lastIdx="0" clrIdx="374"/>
  <p:cmAuthor id="376" name="数据中心部" initials="数" lastIdx="0" clrIdx="375"/>
  <p:cmAuthor id="377" name="未知用户433" initials="未" lastIdx="0" clrIdx="376"/>
  <p:cmAuthor id="378" name="未知用户434" initials="未" lastIdx="0" clrIdx="377"/>
  <p:cmAuthor id="379" name="未知用户393" initials="未" lastIdx="0" clrIdx="378"/>
  <p:cmAuthor id="380" name="未知用户435" initials="未" lastIdx="0" clrIdx="379"/>
  <p:cmAuthor id="381" name="未知用户356" initials="未" lastIdx="0" clrIdx="380"/>
  <p:cmAuthor id="382" name="未知用户436" initials="未" lastIdx="0" clrIdx="381"/>
  <p:cmAuthor id="383" name="未知用户396" initials="未" lastIdx="0" clrIdx="382"/>
  <p:cmAuthor id="384" name="赵诚荣10027092" initials="赵" lastIdx="0" clrIdx="383"/>
  <p:cmAuthor id="385" name="未知用户437" initials="未" lastIdx="0" clrIdx="384"/>
  <p:cmAuthor id="386" name="未知用户397" initials="未" lastIdx="0" clrIdx="385"/>
  <p:cmAuthor id="387" name="张静_Anua7Nne" initials="authorId_935319063" lastIdx="0" clrIdx="386"/>
  <p:cmAuthor id="388" name="未知用户419" initials="未" lastIdx="0" clrIdx="387"/>
  <p:cmAuthor id="389" name="唐 赛" initials="唐" lastIdx="0" clrIdx="388"/>
  <p:cmAuthor id="390" name="未知用户399" initials="未" lastIdx="0" clrIdx="389"/>
  <p:cmAuthor id="391" name="未知用户438" initials="未" lastIdx="0" clrIdx="390"/>
  <p:cmAuthor id="392" name="10295142" initials="1" lastIdx="0" clrIdx="391"/>
  <p:cmAuthor id="393" name="未知用户401" initials="未" lastIdx="0" clrIdx="392"/>
  <p:cmAuthor id="394" name="未知用户402" initials="未" lastIdx="0" clrIdx="393"/>
  <p:cmAuthor id="395" name="10092001" initials="1" lastIdx="0" clrIdx="394"/>
  <p:cmAuthor id="396" name="未知用户403" initials="未" lastIdx="0" clrIdx="395"/>
  <p:cmAuthor id="397" name="未知用户327" initials="未" lastIdx="0" clrIdx="396"/>
  <p:cmAuthor id="398" name="未知用户404" initials="未" lastIdx="0" clrIdx="397"/>
  <p:cmAuthor id="399" name="未知用户405" initials="未" lastIdx="0" clrIdx="398"/>
  <p:cmAuthor id="400" name="610007" initials="6" lastIdx="0" clrIdx="399"/>
  <p:cmAuthor id="401" name="未知用户439" initials="未" lastIdx="0" clrIdx="400"/>
  <p:cmAuthor id="402" name="任军" initials="renj" lastIdx="0" clrIdx="401"/>
  <p:cmAuthor id="403" name="未知用户406" initials="未" lastIdx="0" clrIdx="402"/>
  <p:cmAuthor id="404" name="姚琳" initials="姚" lastIdx="0" clrIdx="403"/>
  <p:cmAuthor id="405" name="华 柴" initials="华柴" lastIdx="0" clrIdx="404"/>
  <p:cmAuthor id="406" name="未知用户440" initials="未" lastIdx="0" clrIdx="405"/>
  <p:cmAuthor id="407" name="chen" initials="c" lastIdx="0" clrIdx="406"/>
  <p:cmAuthor id="408" name="关全全10258021" initials="关全全10258021" lastIdx="0" clrIdx="407"/>
  <p:cmAuthor id="409" name="未知用户441" initials="未" lastIdx="0" clrIdx="408"/>
  <p:cmAuthor id="410" name="黄珂10009187" initials="黄珂10009187" lastIdx="0" clrIdx="409"/>
  <p:cmAuthor id="411" name="未知用户442" initials="未" lastIdx="0" clrIdx="410"/>
  <p:cmAuthor id="412" name="未知用户409" initials="未" lastIdx="0" clrIdx="411"/>
  <p:cmAuthor id="413" name="张洁" initials="张" lastIdx="0" clrIdx="412"/>
  <p:cmAuthor id="414" name="未知用户443" initials="未" lastIdx="0" clrIdx="413"/>
  <p:cmAuthor id="415" name="未知用户411" initials="未" lastIdx="0" clrIdx="414"/>
  <p:cmAuthor id="416" name="WPS_1679281038" initials="W" lastIdx="0" clrIdx="415"/>
  <p:cmAuthor id="417" name="未知用户444" initials="未" lastIdx="0" clrIdx="416"/>
  <p:cmAuthor id="418" name="未知用户413" initials="未" lastIdx="0" clrIdx="417"/>
  <p:cmAuthor id="419" name="未知用户445" initials="未" lastIdx="0" clrIdx="418"/>
  <p:cmAuthor id="420" name="未知用户446" initials="未" lastIdx="0" clrIdx="419"/>
  <p:cmAuthor id="421" name="未知用户447" initials="未" lastIdx="0" clrIdx="420"/>
  <p:cmAuthor id="422" name="未知用户448" initials="未" lastIdx="0" clrIdx="421"/>
  <p:cmAuthor id="423" name="未知用户333" initials="未" lastIdx="0" clrIdx="422"/>
  <p:cmAuthor id="424" name="未知用户417" initials="未" lastIdx="0" clrIdx="423"/>
  <p:cmAuthor id="425" name="未知用户449" initials="未" lastIdx="0" clrIdx="424"/>
  <p:cmAuthor id="426" name="未知用户418" initials="未" lastIdx="0" clrIdx="425"/>
  <p:cmAuthor id="427" name="未知用户450" initials="未" lastIdx="0" clrIdx="426"/>
  <p:cmAuthor id="428" name="未知用户423" initials="未" lastIdx="0" clrIdx="427"/>
  <p:cmAuthor id="429" name="未知用户424" initials="未" lastIdx="0" clrIdx="428"/>
  <p:cmAuthor id="430" name="未知用户425" initials="未" lastIdx="0" clrIdx="429"/>
  <p:cmAuthor id="431" name="未知用户451" initials="未" lastIdx="0" clrIdx="430"/>
  <p:cmAuthor id="432" name="未知用户452" initials="未" lastIdx="0" clrIdx="431"/>
  <p:cmAuthor id="433" name="未知用户453" initials="未" lastIdx="0" clrIdx="432"/>
  <p:cmAuthor id="434" name="未知用户454" initials="未" lastIdx="0" clrIdx="433"/>
  <p:cmAuthor id="435" name="未知用户455" initials="未" lastIdx="0" clrIdx="434"/>
  <p:cmAuthor id="436" name="未知用户456" initials="未" lastIdx="0" clrIdx="435"/>
  <p:cmAuthor id="437" name="未知用户457" initials="未" lastIdx="0" clrIdx="436"/>
  <p:cmAuthor id="438" name="未知用户458" initials="未" lastIdx="0" clrIdx="437"/>
  <p:cmAuthor id="439" name="風輕 雲淡" initials="風輕" lastIdx="0" clrIdx="438"/>
  <p:cmAuthor id="440" name="cai yan" initials="cy" lastIdx="0" clrIdx="439"/>
  <p:cmAuthor id="441" name="张青山" initials="张青山" lastIdx="0" clrIdx="440"/>
  <p:cmAuthor id="442" name="Chunting Guo" initials="CG" lastIdx="0" clrIdx="441"/>
  <p:cmAuthor id="443" name="进 揭" initials="进" lastIdx="0" clrIdx="442"/>
  <p:cmAuthor id="444" name="10015046" initials="1" lastIdx="0" clrIdx="443"/>
  <p:cmAuthor id="445" name="未知用户271" initials="未" lastIdx="0" clrIdx="444"/>
  <p:cmAuthor id="446" name="未知用户388" initials="未" lastIdx="0" clrIdx="445"/>
  <p:cmAuthor id="447" name="Zhanwei Xiao(CUC SRD2-HZ-FZ)" initials="Z" lastIdx="0" clrIdx="446"/>
  <p:cmAuthor id="448" name="未知用户224" initials="未" lastIdx="0" clrIdx="447"/>
  <p:cmAuthor id="449" name="jesschin" initials="j" lastIdx="0" clrIdx="448"/>
  <p:cmAuthor id="450" name="未知用户259" initials="未" lastIdx="0" clrIdx="449"/>
  <p:cmAuthor id="451" name="yq_yaoxin@bj.cmcc" initials="yq_yaoxin@bj.cmcc" lastIdx="0" clrIdx="450"/>
  <p:cmAuthor id="452" name="未知用户270" initials="未" lastIdx="0" clrIdx="451"/>
  <p:cmAuthor id="453" name="Ms" initials="M" lastIdx="0" clrIdx="452"/>
  <p:cmAuthor id="454" name="俊呈 賴" initials="俊" lastIdx="0" clrIdx="453"/>
  <p:cmAuthor id="455" name="Nero" initials="N" lastIdx="0" clrIdx="454"/>
  <p:cmAuthor id="456" name="yifan song" initials="y" lastIdx="0" clrIdx="455"/>
  <p:cmAuthor id="457" name="00332340" initials="0" lastIdx="0" clrIdx="456"/>
  <p:cmAuthor id="458" name="00260515" initials="HRP" lastIdx="0" clrIdx="457"/>
  <p:cmAuthor id="459" name="莊安君" initials="莊" lastIdx="0" clrIdx="458"/>
  <p:cmAuthor id="460" name="xuqing" initials="x" lastIdx="0" clrIdx="459"/>
  <p:cmAuthor id="461" name="陳建璋" initials="陳" lastIdx="0" clrIdx="460"/>
  <p:cmAuthor id="462" name="邢辰凤" initials="邢" lastIdx="0" clrIdx="461"/>
  <p:cmAuthor id="463" name="建璋" initials="建" lastIdx="0" clrIdx="462"/>
  <p:cmAuthor id="464" name="77482" initials="7" lastIdx="0" clrIdx="463"/>
  <p:cmAuthor id="465" name="未知用户46" initials="未" lastIdx="0" clrIdx="464"/>
  <p:cmAuthor id="466" name="未知用户265" initials="未" lastIdx="0" clrIdx="465"/>
  <p:cmAuthor id="467" name="未知用户267" initials="未" lastIdx="0" clrIdx="466"/>
  <p:cmAuthor id="468" name="liuxie" initials="l" lastIdx="0" clrIdx="467"/>
  <p:cmAuthor id="469" name="张因然10112423" initials="1" lastIdx="0" clrIdx="468"/>
  <p:cmAuthor id="470" name="未知用户241" initials="未" lastIdx="0" clrIdx="469"/>
  <p:cmAuthor id="471" name="未知用户242" initials="未" lastIdx="0" clrIdx="470"/>
  <p:cmAuthor id="472" name="10024885" initials="1" lastIdx="0" clrIdx="471"/>
  <p:cmAuthor id="473" name="未知用户227" initials="未" lastIdx="0" clrIdx="472"/>
  <p:cmAuthor id="474" name="未知用户298" initials="未" lastIdx="0" clrIdx="473"/>
  <p:cmAuthor id="475" name="未知用户299" initials="未" lastIdx="0" clrIdx="474"/>
  <p:cmAuthor id="476" name="10181267" initials="1" lastIdx="0" clrIdx="475"/>
  <p:cmAuthor id="477" name="未知用户302" initials="未" lastIdx="0" clrIdx="476"/>
  <p:cmAuthor id="478" name="10009993" initials="1" lastIdx="0" clrIdx="477"/>
  <p:cmAuthor id="479" name="10023731" initials="1" lastIdx="0" clrIdx="478"/>
  <p:cmAuthor id="480" name="許詩婕" initials="許" lastIdx="0" clrIdx="479"/>
  <p:cmAuthor id="481" name="10161768" initials="1" lastIdx="0" clrIdx="480"/>
  <p:cmAuthor id="482" name="minil" initials="m" lastIdx="0" clrIdx="481"/>
  <p:cmAuthor id="483" name="韩雨" initials="韩" lastIdx="0" clrIdx="482"/>
  <p:cmAuthor id="484" name="15106" initials="1" lastIdx="0" clrIdx="483"/>
  <p:cmAuthor id="485" name="赵 璐" initials="赵" lastIdx="0" clrIdx="484"/>
  <p:cmAuthor id="486" name="Zhu, Hawk" initials="Z" lastIdx="0" clrIdx="485"/>
  <p:cmAuthor id="487" name="tanjp" initials="t" lastIdx="0" clrIdx="486"/>
  <p:cmAuthor id="488" name="YS" initials="Y" lastIdx="0" clrIdx="487"/>
  <p:cmAuthor id="489" name="10285279" initials="1" lastIdx="0" clrIdx="488"/>
  <p:cmAuthor id="490" name="Jdi" initials="J" lastIdx="0" clrIdx="489"/>
  <p:cmAuthor id="491" name="未知用户337" initials="未" lastIdx="0" clrIdx="490"/>
  <p:cmAuthor id="492" name="未知用户239" initials="未" lastIdx="0" clrIdx="491"/>
  <p:cmAuthor id="493" name="chenmh" initials="c" lastIdx="0" clrIdx="492"/>
  <p:cmAuthor id="494" name="CVTEr" initials="C" lastIdx="0" clrIdx="493"/>
  <p:cmAuthor id="495" name="June C" initials="J" lastIdx="0" clrIdx="494"/>
  <p:cmAuthor id="496" name="00270" initials="0" lastIdx="0" clrIdx="495"/>
  <p:cmAuthor id="497" name="IBM_USER" initials="I" lastIdx="0" clrIdx="496"/>
  <p:cmAuthor id="498" name="aa" initials="a" lastIdx="0" clrIdx="497"/>
  <p:cmAuthor id="499" name="shinevin liu" initials="s" lastIdx="0" clrIdx="498"/>
  <p:cmAuthor id="500" name="Davidpeng" initials="D" lastIdx="0" clrIdx="499"/>
  <p:cmAuthor id="501" name="dbc" initials="d" lastIdx="0" clrIdx="500"/>
  <p:cmAuthor id="502" name="吴军影" initials="吴" lastIdx="0" clrIdx="501"/>
  <p:cmAuthor id="503" name="冯学沛" initials="冯" lastIdx="0" clrIdx="502"/>
  <p:cmAuthor id="504" name="杨 超" initials="杨" lastIdx="0" clrIdx="503"/>
  <p:cmAuthor id="505" name="董艺萱00344473" initials="董艺萱003444" lastIdx="0" clrIdx="504"/>
  <p:cmAuthor id="506" name="Rex" initials="R" lastIdx="0" clrIdx="505"/>
  <p:cmAuthor id="507" name="高飞" initials="高" lastIdx="0" clrIdx="506"/>
  <p:cmAuthor id="508" name="10076178" initials="1" lastIdx="0" clrIdx="507"/>
  <p:cmAuthor id="509" name="未知用户183" initials="未知用户183" lastIdx="0" clrIdx="508"/>
  <p:cmAuthor id="510" name="xzb1" initials="x" lastIdx="0" clrIdx="509"/>
  <p:cmAuthor id="511" name="10145512" initials="1" lastIdx="0" clrIdx="510"/>
  <p:cmAuthor id="512" name="10169602" initials="1" lastIdx="0" clrIdx="511"/>
  <p:cmAuthor id="513" name="10225041" initials="1" lastIdx="0" clrIdx="512"/>
  <p:cmAuthor id="514" name="00158845" initials="0" lastIdx="0" clrIdx="513"/>
  <p:cmAuthor id="515" name="10201331" initials="1" lastIdx="0" clrIdx="514"/>
  <p:cmAuthor id="516" name="ztolei@163.com" initials="z" lastIdx="0" clrIdx="515"/>
  <p:cmAuthor id="517" name="10078316" initials="1" lastIdx="0" clrIdx="516"/>
  <p:cmAuthor id="518" name="tonghailan" initials="t" lastIdx="0" clrIdx="517"/>
  <p:cmAuthor id="519" name="张君蔓" initials="张" lastIdx="0" clrIdx="518"/>
  <p:cmAuthor id="520" name="le" initials="l" lastIdx="0" clrIdx="519"/>
  <p:cmAuthor id="521" name="admin" initials="a" lastIdx="0" clrIdx="520"/>
  <p:cmAuthor id="522" name="薛然" initials="薛" lastIdx="0" clrIdx="521"/>
  <p:cmAuthor id="523" name="梅景" initials="梅" lastIdx="0" clrIdx="522"/>
  <p:cmAuthor id="524" name="xuwei" initials="x" lastIdx="0" clrIdx="523"/>
  <p:cmAuthor id="525" name="xueyan" initials="x" lastIdx="0" clrIdx="524"/>
  <p:cmAuthor id="526" name="liyite" initials="l" lastIdx="0" clrIdx="525"/>
  <p:cmAuthor id="527" name="于书丹" initials="C" lastIdx="0" clrIdx="526"/>
  <p:cmAuthor id="528" name="00021840" initials="0" lastIdx="0" clrIdx="527"/>
  <p:cmAuthor id="529" name="10339982" initials="1" lastIdx="0" clrIdx="528"/>
  <p:cmAuthor id="530" name="李 少峰" initials="李" lastIdx="0" clrIdx="529"/>
  <p:cmAuthor id="531" name="10005481" initials="1" lastIdx="0" clrIdx="530"/>
  <p:cmAuthor id="532" name="Aqf" initials="A" lastIdx="0" clrIdx="531"/>
  <p:cmAuthor id="533" name="黄媛媛" initials="黄" lastIdx="0" clrIdx="532"/>
  <p:cmAuthor id="534" name="安 启飞" initials="安" lastIdx="0" clrIdx="533"/>
  <p:cmAuthor id="535" name="zhoupeng" initials="z" lastIdx="0" clrIdx="534"/>
  <p:cmAuthor id="536" name="YaoChunfen" initials="Y" lastIdx="0" clrIdx="535"/>
  <p:cmAuthor id="537" name="Randolph" initials="R" lastIdx="0" clrIdx="536"/>
  <p:cmAuthor id="538" name="cheng" initials="c" lastIdx="0" clrIdx="537"/>
  <p:cmAuthor id="539" name="未知用户63" initials="未知用户63" lastIdx="0" clrIdx="538"/>
  <p:cmAuthor id="540" name="zouhao" initials="z" lastIdx="0" clrIdx="539"/>
  <p:cmAuthor id="541" name="方少_UbQfrimU" initials="authorId_442114952" lastIdx="0" clrIdx="540"/>
  <p:cmAuthor id="542" name="10095622" initials="1" lastIdx="0" clrIdx="541"/>
  <p:cmAuthor id="543" name="辛美琪" initials="X" lastIdx="0" clrIdx="542"/>
  <p:cmAuthor id="544" name="叶盛_Q3A3IfEf" initials="authorId_506280334" lastIdx="0" clrIdx="543"/>
  <p:cmAuthor id="545" name="未知的使用者61" initials="未" lastIdx="0" clrIdx="544"/>
  <p:cmAuthor id="546" name="gedawei@hq.cmcc" initials="A" lastIdx="0" clrIdx="545"/>
  <p:cmAuthor id="547" name="Harley._bEJrUJ7r" initials="authorId_432156705" lastIdx="0" clrIdx="546"/>
  <p:cmAuthor id="548" name="song manyi" initials="s" lastIdx="0" clrIdx="547"/>
  <p:cmAuthor id="549" name="xiaoming chang" initials="xc" lastIdx="0" clrIdx="548"/>
  <p:cmAuthor id="550" name="罗平_VB7vJb2E" initials="authorId_305049361" lastIdx="0" clrIdx="549"/>
  <p:cmAuthor id="551" name="江莉萍|jiangliping" initials="江" lastIdx="0" clrIdx="550"/>
  <p:cmAuthor id="552" name="SeishouMaru" initials="S" lastIdx="0" clrIdx="551"/>
  <p:cmAuthor id="553" name="xixi_nUjqe22E" initials="authorId_359229261" lastIdx="0" clrIdx="552"/>
  <p:cmAuthor id="554" name="10011274@zte.intra" initials="1" lastIdx="0" clrIdx="553"/>
  <p:cmAuthor id="555" name="殷 凯" initials="凯殷" lastIdx="0" clrIdx="554"/>
  <p:cmAuthor id="556" name="安安_zm6nYnYZ" initials="authorId_347340296" lastIdx="0" clrIdx="555"/>
  <p:cmAuthor id="557" name="10039985" initials="1" lastIdx="0" clrIdx="556"/>
  <p:cmAuthor id="558" name="nature_emInFJF7" initials="authorId_313163542" lastIdx="0" clrIdx="557"/>
  <p:cmAuthor id="559" name="10223621" initials="1" lastIdx="0" clrIdx="558"/>
  <p:cmAuthor id="560" name="杨思思_VNjyvY7j" initials="authorId_430925712" lastIdx="0" clrIdx="559"/>
  <p:cmAuthor id="561" name="Hao Yue" initials="HY" lastIdx="0" clrIdx="560"/>
  <p:cmAuthor id="562" name="周君_MfIffYra" initials="authorId_375419134" lastIdx="0" clrIdx="561"/>
  <p:cmAuthor id="563" name="yezengwei" initials="y" lastIdx="0" clrIdx="562"/>
  <p:cmAuthor id="564" name="suxin" initials="s" lastIdx="0" clrIdx="563"/>
  <p:cmAuthor id="565" name="James" initials="J" lastIdx="0" clrIdx="564"/>
  <p:cmAuthor id="566" name="未知的使用者114" initials="未" lastIdx="0" clrIdx="565"/>
  <p:cmAuthor id="567" name="未知用户164" initials="未知用户164" lastIdx="0" clrIdx="566"/>
  <p:cmAuthor id="568" name="未知的使用者184" initials="未" lastIdx="0" clrIdx="567"/>
  <p:cmAuthor id="569" name="00087583" initials="0" lastIdx="0" clrIdx="568"/>
  <p:cmAuthor id="570" name="未知的使用者186" initials="未" lastIdx="0" clrIdx="569"/>
  <p:cmAuthor id="571" name="未知的使用者175" initials="未" lastIdx="0" clrIdx="570"/>
  <p:cmAuthor id="572" name="未知的使用者176" initials="未" lastIdx="0" clrIdx="571"/>
  <p:cmAuthor id="573" name="未知的使用者187" initials="未" lastIdx="0" clrIdx="572"/>
  <p:cmAuthor id="574" name="未知的使用者178" initials="未" lastIdx="0" clrIdx="573"/>
  <p:cmAuthor id="575" name="未知的使用者179" initials="未" lastIdx="0" clrIdx="574"/>
  <p:cmAuthor id="576" name="未知的使用者180" initials="未" lastIdx="0" clrIdx="575"/>
  <p:cmAuthor id="577" name="未知的使用者181" initials="未" lastIdx="0" clrIdx="576"/>
  <p:cmAuthor id="578" name="未知的使用者170" initials="未" lastIdx="0" clrIdx="577"/>
  <p:cmAuthor id="579" name="未知的使用者190" initials="未" lastIdx="0" clrIdx="578"/>
  <p:cmAuthor id="580" name="未知的使用者191" initials="未" lastIdx="0" clrIdx="579"/>
  <p:cmAuthor id="581" name="未知的使用者141" initials="未" lastIdx="0" clrIdx="580"/>
  <p:cmAuthor id="582" name="未知的使用者142" initials="未" lastIdx="0" clrIdx="581"/>
  <p:cmAuthor id="583" name="未知的使用者143" initials="未" lastIdx="0" clrIdx="582"/>
  <p:cmAuthor id="584" name="未知的使用者144" initials="未" lastIdx="0" clrIdx="583"/>
  <p:cmAuthor id="585" name="未知的使用者145" initials="未" lastIdx="0" clrIdx="584"/>
  <p:cmAuthor id="586" name="未知用户165" initials="未知用户165" lastIdx="0" clrIdx="585"/>
  <p:cmAuthor id="587" name="未知的使用者147" initials="未" lastIdx="0" clrIdx="586"/>
  <p:cmAuthor id="588" name="未知用户166" initials="未知用户166" lastIdx="0" clrIdx="587"/>
  <p:cmAuthor id="589" name="未知的使用者149" initials="未" lastIdx="0" clrIdx="588"/>
  <p:cmAuthor id="590" name="未知用户167" initials="未知用户167" lastIdx="0" clrIdx="589"/>
  <p:cmAuthor id="591" name="未知用户168" initials="未知用户168" lastIdx="0" clrIdx="590"/>
  <p:cmAuthor id="592" name="未知用户169" initials="未知用户169" lastIdx="0" clrIdx="591"/>
  <p:cmAuthor id="593" name="未知用户202" initials="未" lastIdx="0" clrIdx="592"/>
  <p:cmAuthor id="594" name="未知的使用者220" initials="未" lastIdx="0" clrIdx="593"/>
  <p:cmAuthor id="595" name="未知用户133" initials="未" lastIdx="0" clrIdx="594"/>
  <p:cmAuthor id="596" name="未知用户134" initials="未" lastIdx="0" clrIdx="595"/>
  <p:cmAuthor id="597" name="未知用户135" initials="未" lastIdx="0" clrIdx="596"/>
  <p:cmAuthor id="598" name="未知用户205" initials="未" lastIdx="0" clrIdx="597"/>
  <p:cmAuthor id="599" name="未知的使用者157" initials="未" lastIdx="0" clrIdx="598"/>
  <p:cmAuthor id="600" name="未知的使用者204" initials="未" lastIdx="0" clrIdx="599"/>
  <p:cmAuthor id="601" name="Yoyo Wu" initials="Y" lastIdx="0" clrIdx="600"/>
  <p:cmAuthor id="602" name="zhangbin" initials="z" lastIdx="0" clrIdx="601"/>
  <p:cmAuthor id="603" name="Arno.Du(杜明星)" initials="A" lastIdx="0" clrIdx="602"/>
  <p:cmAuthor id="604" name="未知用户174" initials="未知用户174" lastIdx="0" clrIdx="603"/>
  <p:cmAuthor id="605" name="未知用户175" initials="未知用户175" lastIdx="0" clrIdx="604"/>
  <p:cmAuthor id="606" name="Unknown User27" initials="U" lastIdx="0" clrIdx="605"/>
  <p:cmAuthor id="607" name="Unknown User112" initials="U" lastIdx="0" clrIdx="606"/>
  <p:cmAuthor id="608" name="Unknown User59" initials="U" lastIdx="0" clrIdx="607"/>
  <p:cmAuthor id="609" name="未知用户176" initials="未知用户176" lastIdx="0" clrIdx="608"/>
  <p:cmAuthor id="610" name="未知的使用者249" initials="未" lastIdx="0" clrIdx="609"/>
  <p:cmAuthor id="611" name="未知的使用者250" initials="未" lastIdx="0" clrIdx="610"/>
  <p:cmAuthor id="612" name="未知的使用者251" initials="未" lastIdx="0" clrIdx="611"/>
  <p:cmAuthor id="613" name="未知的使用者246" initials="未" lastIdx="0" clrIdx="612"/>
  <p:cmAuthor id="614" name="未知的使用者224" initials="未" lastIdx="0" clrIdx="613"/>
  <p:cmAuthor id="615" name="未知的使用者252" initials="未" lastIdx="0" clrIdx="614"/>
  <p:cmAuthor id="616" name="未知的使用者253" initials="未" lastIdx="0" clrIdx="615"/>
  <p:cmAuthor id="617" name="未知的使用者254" initials="未" lastIdx="0" clrIdx="616"/>
  <p:cmAuthor id="618" name="未知的使用者255" initials="未" lastIdx="0" clrIdx="617"/>
  <p:cmAuthor id="619" name="未知的使用者226" initials="未" lastIdx="0" clrIdx="618"/>
  <p:cmAuthor id="620" name="未知用户195" initials="未" lastIdx="0" clrIdx="619"/>
  <p:cmAuthor id="621" name="raymond luan" initials="r" lastIdx="0" clrIdx="620"/>
  <p:cmAuthor id="622" name="未知用户208" initials="未" lastIdx="0" clrIdx="621"/>
  <p:cmAuthor id="623" name="未知用户198" initials="未" lastIdx="0" clrIdx="622"/>
  <p:cmAuthor id="624" name="未知用户209" initials="未" lastIdx="0" clrIdx="623"/>
  <p:cmAuthor id="625" name="未知用户36" initials="未" lastIdx="0" clrIdx="624"/>
  <p:cmAuthor id="626" name="WANGZF" initials="W" lastIdx="0" clrIdx="625"/>
  <p:cmAuthor id="627" name="未知用户94" initials="未" lastIdx="0" clrIdx="626"/>
  <p:cmAuthor id="628" name="未知的使用者188" initials="未" lastIdx="0" clrIdx="627"/>
  <p:cmAuthor id="629" name="未知用户118" initials="未" lastIdx="0" clrIdx="628"/>
  <p:cmAuthor id="630" name="未知用户119" initials="未" lastIdx="0" clrIdx="629"/>
  <p:cmAuthor id="631" name="未知用户120" initials="未" lastIdx="0" clrIdx="630"/>
  <p:cmAuthor id="632" name="未知用户121" initials="未" lastIdx="0" clrIdx="631"/>
  <p:cmAuthor id="633" name="未知用户122" initials="未" lastIdx="0" clrIdx="632"/>
  <p:cmAuthor id="634" name="Kent" initials="K" lastIdx="0" clrIdx="633"/>
  <p:cmAuthor id="635" name="梅芬 吳" initials="梅" lastIdx="0" clrIdx="634"/>
  <p:cmAuthor id="636" name="王嘉偉" initials="王" lastIdx="0" clrIdx="635"/>
  <p:cmAuthor id="637" name="仝德志" initials="仝" lastIdx="0" clrIdx="636"/>
  <p:cmAuthor id="638" name="未知的使用者97" initials="未" lastIdx="0" clrIdx="637"/>
  <p:cmAuthor id="639" name="未知的使用者134" initials="未" lastIdx="0" clrIdx="638"/>
  <p:cmAuthor id="640" name="未知的使用者139" initials="未" lastIdx="0" clrIdx="639"/>
  <p:cmAuthor id="641" name="王丽君" initials="王" lastIdx="0" clrIdx="640"/>
  <p:cmAuthor id="642" name="Xia Ting" initials="X" lastIdx="0" clrIdx="641"/>
  <p:cmAuthor id="643" name="未知的使用者153" initials="未" lastIdx="0" clrIdx="642"/>
  <p:cmAuthor id="644" name="未知的使用者154" initials="未" lastIdx="0" clrIdx="643"/>
  <p:cmAuthor id="645" name="未知用户10" initials="未" lastIdx="0" clrIdx="644"/>
  <p:cmAuthor id="646" name="未知用户11" initials="未" lastIdx="0" clrIdx="645"/>
  <p:cmAuthor id="647" name="未知的使用者151" initials="未" lastIdx="0" clrIdx="646"/>
  <p:cmAuthor id="648" name="未知的使用者89" initials="未" lastIdx="0" clrIdx="647"/>
  <p:cmAuthor id="649" name="未知的使用者88" initials="未" lastIdx="0" clrIdx="648"/>
  <p:cmAuthor id="650" name="未知用户89" initials="未" lastIdx="0" clrIdx="649"/>
  <p:cmAuthor id="651" name="庆芳 许" initials="庆" lastIdx="0" clrIdx="650"/>
  <p:cmAuthor id="652" name="jerrychou" initials="j" lastIdx="0" clrIdx="651"/>
  <p:cmAuthor id="653" name="不明使用者12" initials="不" lastIdx="0" clrIdx="652"/>
  <p:cmAuthor id="654" name="不明使用者1" initials="不" lastIdx="0" clrIdx="653"/>
  <p:cmAuthor id="655" name="不明使用者2" initials="不" lastIdx="0" clrIdx="654"/>
  <p:cmAuthor id="656" name="不明使用者3" initials="不" lastIdx="0" clrIdx="655"/>
  <p:cmAuthor id="657" name="不明使用者4" initials="不" lastIdx="0" clrIdx="656"/>
  <p:cmAuthor id="658" name="Danae是个小姑凉～" initials="D" lastIdx="0" clrIdx="657"/>
  <p:cmAuthor id="659" name="不明使用者6" initials="不" lastIdx="0" clrIdx="658"/>
  <p:cmAuthor id="660" name="不明使用者5" initials="不" lastIdx="0" clrIdx="659"/>
  <p:cmAuthor id="661" name="不明使用者7" initials="不" lastIdx="0" clrIdx="660"/>
  <p:cmAuthor id="662" name="不明使用者8" initials="不" lastIdx="0" clrIdx="661"/>
  <p:cmAuthor id="663" name="不明使用者9" initials="不" lastIdx="0" clrIdx="662"/>
  <p:cmAuthor id="664" name="不明使用者10" initials="不" lastIdx="0" clrIdx="663"/>
  <p:cmAuthor id="665" name="不明使用者11" initials="不" lastIdx="0" clrIdx="664"/>
  <p:cmAuthor id="666" name="未知的使用者227" initials="未" lastIdx="0" clrIdx="665"/>
  <p:cmAuthor id="667" name="未知的使用者270" initials="未" lastIdx="0" clrIdx="666"/>
  <p:cmAuthor id="668" name="未知的使用者228" initials="未" lastIdx="0" clrIdx="667"/>
  <p:cmAuthor id="669" name="未知的使用者229" initials="未" lastIdx="0" clrIdx="668"/>
  <p:cmAuthor id="670" name="未知的使用者230" initials="未" lastIdx="0" clrIdx="669"/>
  <p:cmAuthor id="671" name="未知的使用者231" initials="未" lastIdx="0" clrIdx="670"/>
  <p:cmAuthor id="672" name="未知的使用者256" initials="未" lastIdx="0" clrIdx="671"/>
  <p:cmAuthor id="673" name="未知的使用者233" initials="未" lastIdx="0" clrIdx="672"/>
  <p:cmAuthor id="674" name="未知的使用者234" initials="未" lastIdx="0" clrIdx="673"/>
  <p:cmAuthor id="675" name="未知的使用者235" initials="未" lastIdx="0" clrIdx="674"/>
  <p:cmAuthor id="676" name="未知的使用者236" initials="未" lastIdx="0" clrIdx="675"/>
  <p:cmAuthor id="677" name="未知的使用者257" initials="未" lastIdx="0" clrIdx="676"/>
  <p:cmAuthor id="678" name="未知的使用者237" initials="未" lastIdx="0" clrIdx="677"/>
  <p:cmAuthor id="679" name="未知的使用者238" initials="未" lastIdx="0" clrIdx="678"/>
  <p:cmAuthor id="680" name="未知的使用者239" initials="未" lastIdx="0" clrIdx="679"/>
  <p:cmAuthor id="681" name="未知的使用者240" initials="未" lastIdx="0" clrIdx="680"/>
  <p:cmAuthor id="682" name="未知的使用者241" initials="未" lastIdx="0" clrIdx="681"/>
  <p:cmAuthor id="683" name="未知的使用者242" initials="未" lastIdx="0" clrIdx="682"/>
  <p:cmAuthor id="684" name="未知的使用者243" initials="未" lastIdx="0" clrIdx="683"/>
  <p:cmAuthor id="685" name="未知的使用者258" initials="未" lastIdx="0" clrIdx="684"/>
  <p:cmAuthor id="686" name="未知的使用者259" initials="未" lastIdx="0" clrIdx="685"/>
  <p:cmAuthor id="687" name="未知的使用者260" initials="未" lastIdx="0" clrIdx="686"/>
  <p:cmAuthor id="688" name="未知的使用者261" initials="未" lastIdx="0" clrIdx="687"/>
  <p:cmAuthor id="689" name="未知的使用者262" initials="未" lastIdx="0" clrIdx="688"/>
  <p:cmAuthor id="690" name="未知的使用者263" initials="未" lastIdx="0" clrIdx="689"/>
  <p:cmAuthor id="691" name="未知的使用者264" initials="未" lastIdx="0" clrIdx="690"/>
  <p:cmAuthor id="692" name="未知的使用者265" initials="未" lastIdx="0" clrIdx="691"/>
  <p:cmAuthor id="693" name="未知的使用者266" initials="未" lastIdx="0" clrIdx="692"/>
  <p:cmAuthor id="694" name="未知的使用者267" initials="未" lastIdx="0" clrIdx="693"/>
  <p:cmAuthor id="695" name="未知的使用者268" initials="未" lastIdx="0" clrIdx="694"/>
  <p:cmAuthor id="696" name="administrator" initials="ad" lastIdx="0" clrIdx="695"/>
  <p:cmAuthor id="697" name="未知的使用者269" initials="未" lastIdx="0" clrIdx="696"/>
  <p:cmAuthor id="698" name="lillian" initials="l" lastIdx="0" clrIdx="697"/>
  <p:cmAuthor id="699" name="未知用户197" initials="未" lastIdx="0" clrIdx="698"/>
  <p:cmAuthor id="700" name="jiaru tiger" initials="jt" lastIdx="0" clrIdx="699"/>
  <p:cmAuthor id="701" name="未知的使用者217" initials="未" lastIdx="0" clrIdx="700"/>
  <p:cmAuthor id="702" name="Li" initials="L" lastIdx="0" clrIdx="701"/>
  <p:cmAuthor id="703" name="未知的使用者218" initials="未" lastIdx="0" clrIdx="702"/>
  <p:cmAuthor id="704" name="未知的使用者219" initials="未" lastIdx="0" clrIdx="703"/>
  <p:cmAuthor id="705" name="未知的使用者214" initials="未" lastIdx="0" clrIdx="704"/>
  <p:cmAuthor id="706" name="未知的使用者152" initials="未" lastIdx="0" clrIdx="705"/>
  <p:cmAuthor id="707" name="未知的使用者216" initials="未" lastIdx="0" clrIdx="706"/>
  <p:cmAuthor id="708" name="未知的使用者156" initials="未" lastIdx="0" clrIdx="707"/>
  <p:cmAuthor id="709" name="未知用户246" initials="未" lastIdx="0" clrIdx="708"/>
  <p:cmAuthor id="710" name="未知的使用者129" initials="未" lastIdx="0" clrIdx="709"/>
  <p:cmAuthor id="711" name="未知的使用者130" initials="未" lastIdx="0" clrIdx="710"/>
  <p:cmAuthor id="712" name="未知的使用者131" initials="未" lastIdx="0" clrIdx="711"/>
  <p:cmAuthor id="713" name="未知的使用者132" initials="未" lastIdx="0" clrIdx="712"/>
  <p:cmAuthor id="714" name="未知的使用者164" initials="未" lastIdx="0" clrIdx="713"/>
  <p:cmAuthor id="715" name="未知的使用者172" initials="未" lastIdx="0" clrIdx="714"/>
  <p:cmAuthor id="716" name="未知的使用者174" initials="未" lastIdx="0" clrIdx="715"/>
  <p:cmAuthor id="717" name="未知的使用者247" initials="未" lastIdx="0" clrIdx="716"/>
  <p:cmAuthor id="718" name="未知用户189" initials="未" lastIdx="0" clrIdx="717"/>
  <p:cmAuthor id="719" name="alexw" initials="a" lastIdx="0" clrIdx="718"/>
  <p:cmAuthor id="720" name="未知用户268" initials="未" lastIdx="0" clrIdx="719"/>
  <p:cmAuthor id="721" name="未知用户269" initials="未" lastIdx="0" clrIdx="720"/>
  <p:cmAuthor id="722" name="未知用户250" initials="未" lastIdx="0" clrIdx="721"/>
  <p:cmAuthor id="723" name="未知用户272" initials="未" lastIdx="0" clrIdx="722"/>
  <p:cmAuthor id="724" name="Charley" initials="C" lastIdx="0" clrIdx="723"/>
  <p:cmAuthor id="725" name="谢学斌" initials="谢" lastIdx="0" clrIdx="724"/>
  <p:cmAuthor id="726" name="lilan" initials="l" lastIdx="0" clrIdx="725"/>
  <p:cmAuthor id="727" name="未知的使用者200" initials="未" lastIdx="0" clrIdx="726"/>
  <p:cmAuthor id="728" name="hmwang" initials="dsc" lastIdx="0" clrIdx="727"/>
  <p:cmAuthor id="729" name="未知的使用者171" initials="未" lastIdx="0" clrIdx="728"/>
  <p:cmAuthor id="730" name="user" initials="u" lastIdx="0" clrIdx="729"/>
  <p:cmAuthor id="731" name="未知的使用者137" initials="未" lastIdx="0" clrIdx="730"/>
  <p:cmAuthor id="732" name="heweia@digiwin.com" initials="h" lastIdx="0" clrIdx="731"/>
  <p:cmAuthor id="733" name="MM" initials="M" lastIdx="0" clrIdx="732"/>
  <p:cmAuthor id="734" name="未知用户220" initials="未" lastIdx="0" clrIdx="733"/>
  <p:cmAuthor id="735" name="super" initials="s" lastIdx="0" clrIdx="734"/>
  <p:cmAuthor id="736" name="zhuzy" initials="z" lastIdx="0" clrIdx="735"/>
  <p:cmAuthor id="737" name="方婷婷" initials="方" lastIdx="0" clrIdx="736"/>
  <p:cmAuthor id="738" name="未知用户313" initials="未" lastIdx="0" clrIdx="737"/>
  <p:cmAuthor id="739" name="刘晖" initials="刘" lastIdx="0" clrIdx="738"/>
  <p:cmAuthor id="740" name="未知用户190" initials="未" lastIdx="0" clrIdx="739"/>
  <p:cmAuthor id="741" name="未知用户157" initials="未" lastIdx="0" clrIdx="740"/>
  <p:cmAuthor id="742" name="未知用户158" initials="未" lastIdx="0" clrIdx="741"/>
  <p:cmAuthor id="743" name="未知用户159" initials="未" lastIdx="0" clrIdx="742"/>
  <p:cmAuthor id="744" name="未知用户160" initials="未" lastIdx="0" clrIdx="743"/>
  <p:cmAuthor id="745" name="順天" initials="順" lastIdx="0" clrIdx="744"/>
  <p:cmAuthor id="746" name=" " initials="" lastIdx="0" clrIdx="745"/>
  <p:cmAuthor id="747" name="未知用户319" initials="未" lastIdx="0" clrIdx="746"/>
  <p:cmAuthor id="748" name="未知用户87" initials="未" lastIdx="0" clrIdx="747"/>
  <p:cmAuthor id="749" name="未知用户88" initials="未" lastIdx="0" clrIdx="748"/>
  <p:cmAuthor id="750" name="FanJQ" initials="F" lastIdx="0" clrIdx="749"/>
  <p:cmAuthor id="751" name="未知用户211" initials="未" lastIdx="0" clrIdx="750"/>
  <p:cmAuthor id="752" name="未知用户110" initials="未" lastIdx="0" clrIdx="751"/>
  <p:cmAuthor id="753" name="未知用户293" initials="未" lastIdx="0" clrIdx="752"/>
  <p:cmAuthor id="754" name="未知用户201" initials="未" lastIdx="0" clrIdx="753"/>
  <p:cmAuthor id="755" name="未知用户161" initials="未" lastIdx="0" clrIdx="754"/>
  <p:cmAuthor id="756" name="未知用户278" initials="未" lastIdx="0" clrIdx="755"/>
  <p:cmAuthor id="757" name="未知用户279" initials="未" lastIdx="0" clrIdx="756"/>
  <p:cmAuthor id="758" name="未知用户280" initials="未" lastIdx="0" clrIdx="757"/>
  <p:cmAuthor id="759" name="未知用户281" initials="未" lastIdx="0" clrIdx="758"/>
  <p:cmAuthor id="760" name="未知用户282" initials="未" lastIdx="0" clrIdx="759"/>
  <p:cmAuthor id="761" name="未知用户283" initials="未" lastIdx="0" clrIdx="760"/>
  <p:cmAuthor id="762" name="未知用户284" initials="未" lastIdx="0" clrIdx="761"/>
  <p:cmAuthor id="763" name="guanhh" initials="g" lastIdx="0" clrIdx="762"/>
  <p:cmAuthor id="764" name="未知用户180" initials="未" lastIdx="0" clrIdx="763"/>
  <p:cmAuthor id="765" name="未知用户192" initials="未" lastIdx="0" clrIdx="764"/>
  <p:cmAuthor id="766" name="未知用户203" initials="未" lastIdx="0" clrIdx="765"/>
  <p:cmAuthor id="767" name="未知用户290" initials="未" lastIdx="0" clrIdx="766"/>
  <p:cmAuthor id="768" name="未知用户291" initials="未" lastIdx="0" clrIdx="767"/>
  <p:cmAuthor id="769" name="未知用户292" initials="未" lastIdx="0" clrIdx="768"/>
  <p:cmAuthor id="770" name="未知用户184" initials="未" lastIdx="0" clrIdx="769"/>
  <p:cmAuthor id="771" name="曹 朝辉" initials="曹" lastIdx="0" clrIdx="770"/>
  <p:cmAuthor id="772" name="未知用户295" initials="未" lastIdx="0" clrIdx="771"/>
  <p:cmAuthor id="773" name="李 嘉" initials="李" lastIdx="0" clrIdx="772"/>
  <p:cmAuthor id="774" name="未知用户297" initials="未" lastIdx="0" clrIdx="773"/>
  <p:cmAuthor id="775" name="gus9@chinaunicom.cn" initials="g" lastIdx="0" clrIdx="774"/>
  <p:cmAuthor id="776" name="未知用户181" initials="未" lastIdx="0" clrIdx="775"/>
  <p:cmAuthor id="777" name="ye gusong" initials="y" lastIdx="0" clrIdx="776"/>
  <p:cmAuthor id="778" name="wei muzi" initials="w" lastIdx="0" clrIdx="777"/>
  <p:cmAuthor id="779" name="孙" initials="孙" lastIdx="0" clrIdx="778"/>
  <p:cmAuthor id="780" name="未知用户187" initials="未" lastIdx="0" clrIdx="779"/>
  <p:cmAuthor id="781" name="catherine" initials="c" lastIdx="0" clrIdx="780"/>
  <p:cmAuthor id="782" name="未知用户287" initials="未" lastIdx="0" clrIdx="781"/>
  <p:cmAuthor id="783" name="未知用户288" initials="未" lastIdx="0" clrIdx="782"/>
  <p:cmAuthor id="784" name="未知用户289" initials="未" lastIdx="0" clrIdx="783"/>
  <p:cmAuthor id="785" name="�Ÿ�" initials="�" lastIdx="0" clrIdx="784"/>
  <p:cmAuthor id="786" name="yudi lin" initials="y" lastIdx="0" clrIdx="785"/>
  <p:cmAuthor id="787" name="liuzga" initials="l" lastIdx="0" clrIdx="786"/>
  <p:cmAuthor id="788" name="49554261@qq.com" initials="4" lastIdx="0" clrIdx="787"/>
  <p:cmAuthor id="789" name="未知用户230" initials="未" lastIdx="0" clrIdx="788"/>
  <p:cmAuthor id="790" name="11839" initials="1" lastIdx="0" clrIdx="789"/>
  <p:cmAuthor id="791" name="未知用户216" initials="未" lastIdx="0" clrIdx="790"/>
  <p:cmAuthor id="792" name="未知用户266" initials="未" lastIdx="0" clrIdx="791"/>
  <p:cmAuthor id="793" name="未知用户243" initials="未" lastIdx="0" clrIdx="792"/>
  <p:cmAuthor id="794" name="未知用户196" initials="未" lastIdx="0" clrIdx="793"/>
  <p:cmAuthor id="795" name="未知用户219" initials="未" lastIdx="0" clrIdx="794"/>
  <p:cmAuthor id="796" name="未知用户222" initials="未" lastIdx="0" clrIdx="795"/>
  <p:cmAuthor id="797" name="未知用户200" initials="未" lastIdx="0" clrIdx="796"/>
  <p:cmAuthor id="798" name="未知用户213" initials="未" lastIdx="0" clrIdx="797"/>
  <p:cmAuthor id="799" name="未知用户214" initials="未" lastIdx="0" clrIdx="798"/>
  <p:cmAuthor id="800" name="未知用户215" initials="未" lastIdx="0" clrIdx="799"/>
  <p:cmAuthor id="801" name="未知用户231" initials="未" lastIdx="0" clrIdx="800"/>
  <p:cmAuthor id="802" name="未知用户233" initials="未" lastIdx="0" clrIdx="801"/>
  <p:cmAuthor id="803" name="红旗的理想" initials="红" lastIdx="0" clrIdx="802"/>
  <p:cmAuthor id="804" name="未知用户234" initials="未" lastIdx="0" clrIdx="803"/>
  <p:cmAuthor id="805" name="shq316" initials="s" lastIdx="0" clrIdx="804"/>
  <p:cmAuthor id="806" name="未知用户235" initials="未" lastIdx="0" clrIdx="805"/>
  <p:cmAuthor id="807" name="shq316@vod365.com" initials="s" lastIdx="0" clrIdx="806"/>
  <p:cmAuthor id="808" name="未知用户236" initials="未" lastIdx="0" clrIdx="807"/>
  <p:cmAuthor id="809" name="yang fengyu" initials="yf" lastIdx="0" clrIdx="808"/>
  <p:cmAuthor id="810" name="未知用户237" initials="未" lastIdx="0" clrIdx="809"/>
  <p:cmAuthor id="811" name="李 鑫" initials="李" lastIdx="0" clrIdx="810"/>
  <p:cmAuthor id="812" name="未知用户240" initials="未" lastIdx="0" clrIdx="811"/>
  <p:cmAuthor id="813" name="未知用户221" initials="未" lastIdx="0" clrIdx="812"/>
  <p:cmAuthor id="814" name="v15194" initials="v" lastIdx="0" clrIdx="813"/>
  <p:cmAuthor id="815" name="林志强" initials="林" lastIdx="0" clrIdx="814"/>
  <p:cmAuthor id="816" name="轻舞飞扬" initials="轻" lastIdx="0" clrIdx="815"/>
  <p:cmAuthor id="817" name="Carol Kelly" initials="C" lastIdx="0" clrIdx="816"/>
  <p:cmAuthor id="818" name="未知的使用者155" initials="未" lastIdx="0" clrIdx="817"/>
  <p:cmAuthor id="819" name="Unknown User58" initials="U" lastIdx="0" clrIdx="818"/>
  <p:cmAuthor id="820" name="Unknown User55" initials="U" lastIdx="0" clrIdx="819"/>
  <p:cmAuthor id="821" name="未知用户343" initials="未" lastIdx="0" clrIdx="820"/>
  <p:cmAuthor id="822" name="Huipeng Cao" initials="H" lastIdx="0" clrIdx="821"/>
  <p:cmAuthor id="823" name="李 雷雨" initials="李" lastIdx="0" clrIdx="822"/>
  <p:cmAuthor id="824" name="91257" initials="9" lastIdx="0" clrIdx="823"/>
  <p:cmAuthor id="825" name="vicky" initials="v" lastIdx="0" clrIdx="824"/>
  <p:cmAuthor id="826" name="李阳" initials="liyang37@ha.cmcc" lastIdx="0" clrIdx="825"/>
  <p:cmAuthor id="827" name="jialuo" initials="j" lastIdx="0" clrIdx="826"/>
  <p:cmAuthor id="828" name="尹子航" initials="H" lastIdx="0" clrIdx="827"/>
  <p:cmAuthor id="829" name="王启良" initials="王" lastIdx="0" clrIdx="828"/>
  <p:cmAuthor id="830" name="Carol Wu" initials="C" lastIdx="0" clrIdx="829"/>
  <p:cmAuthor id="831" name="Think" initials="T" lastIdx="0" clrIdx="830"/>
  <p:cmAuthor id="832" name="未知用户303" initials="未" lastIdx="0" clrIdx="831"/>
  <p:cmAuthor id="833" name="未知用户304" initials="未" lastIdx="0" clrIdx="832"/>
  <p:cmAuthor id="834" name="win7" initials="w" lastIdx="0" clrIdx="833"/>
  <p:cmAuthor id="835" name="敢 王" initials="敢" lastIdx="0" clrIdx="834"/>
  <p:cmAuthor id="836" name="邓 勇" initials="邓" lastIdx="0" clrIdx="835"/>
  <p:cmAuthor id="837" name="陈城" initials="陈" lastIdx="0" clrIdx="836"/>
  <p:cmAuthor id="838" name="Sharon" initials="S" lastIdx="0" clrIdx="837"/>
  <p:cmAuthor id="839" name="yangxy" initials="y" lastIdx="0" clrIdx="838"/>
  <p:cmAuthor id="840" name="未知用户311" initials="未" lastIdx="0" clrIdx="839"/>
  <p:cmAuthor id="841" name="未知用户312" initials="未" lastIdx="0" clrIdx="840"/>
  <p:cmAuthor id="842" name="shenbina" initials="s" lastIdx="0" clrIdx="841"/>
  <p:cmAuthor id="843" name="未知用户314" initials="未" lastIdx="0" clrIdx="842"/>
  <p:cmAuthor id="844" name="晓  曲" initials="晓" lastIdx="0" clrIdx="843"/>
  <p:cmAuthor id="845" name="frankyang" initials="f" lastIdx="0" clrIdx="844"/>
  <p:cmAuthor id="846" name="孟连磊" initials="孟" lastIdx="0" clrIdx="845"/>
  <p:cmAuthor id="847" name="仇怿俊" initials="仇" lastIdx="0" clrIdx="846"/>
  <p:cmAuthor id="848" name="未知用户387" initials="未" lastIdx="0" clrIdx="847"/>
  <p:cmAuthor id="849" name="mei shuo" initials="mei shuo" lastIdx="0" clrIdx="848"/>
  <p:cmAuthor id="850" name="未知的使用者177" initials="未" lastIdx="0" clrIdx="849"/>
  <p:cmAuthor id="851" name="dengwanting" initials="d" lastIdx="0" clrIdx="850"/>
  <p:cmAuthor id="852" name="未知用户354" initials="未" lastIdx="0" clrIdx="851"/>
  <p:cmAuthor id="853" name="mouse zz" initials="mz" lastIdx="0" clrIdx="852"/>
  <p:cmAuthor id="854" name="未知的使用者221" initials="未" lastIdx="0" clrIdx="853"/>
  <p:cmAuthor id="855" name="goulei" initials="g" lastIdx="0" clrIdx="854"/>
  <p:cmAuthor id="856" name="未知的使用者222" initials="未" lastIdx="0" clrIdx="855"/>
  <p:cmAuthor id="857" name="10344322" initials="1" lastIdx="0" clrIdx="856"/>
  <p:cmAuthor id="858" name="winner1 chan" initials="wc" lastIdx="0" clrIdx="857"/>
  <p:cmAuthor id="859" name="未知用户332" initials="未" lastIdx="0" clrIdx="858"/>
  <p:cmAuthor id="860" name="未知用户217" initials="未" lastIdx="0" clrIdx="859"/>
  <p:cmAuthor id="861" name="俊晔 邱" initials="俊" lastIdx="0" clrIdx="860"/>
  <p:cmAuthor id="862" name="annie.gts@outlook.com" initials="a" lastIdx="0" clrIdx="861"/>
  <p:cmAuthor id="863" name="杨 升格" initials="杨" lastIdx="0" clrIdx="862"/>
  <p:cmAuthor id="864" name="Unknown User80" initials="U" lastIdx="0" clrIdx="863"/>
  <p:cmAuthor id="865" name="cy" initials="c" lastIdx="0" clrIdx="864"/>
  <p:cmAuthor id="866" name="璇 安" initials="璇" lastIdx="0" clrIdx="865"/>
  <p:cmAuthor id="867" name="群智集" initials="群" lastIdx="0" clrIdx="866"/>
  <p:cmAuthor id="868" name="郏 鹏" initials="郏" lastIdx="0" clrIdx="867"/>
  <p:cmAuthor id="869" name="lxm" initials="l" lastIdx="0" clrIdx="868"/>
  <p:cmAuthor id="870" name="郏鹏" initials="M" lastIdx="0" clrIdx="869"/>
  <p:cmAuthor id="871" name="王 宇航" initials="王" lastIdx="0" clrIdx="870"/>
  <p:cmAuthor id="872" name="PC" initials="P" lastIdx="0" clrIdx="871"/>
  <p:cmAuthor id="873" name="孙爱昕" initials="b" lastIdx="0" clrIdx="872"/>
  <p:cmAuthor id="874" name="yesg" initials="y" lastIdx="0" clrIdx="873"/>
  <p:cmAuthor id="875" name="goforever814" initials="g" lastIdx="0" clrIdx="874"/>
  <p:cmAuthor id="876" name="陳珮琪" initials="陳珮琪" lastIdx="0" clrIdx="875"/>
  <p:cmAuthor id="877" name="未知用户277" initials="未" lastIdx="0" clrIdx="876"/>
  <p:cmAuthor id="878" name="soling" initials="s" lastIdx="0" clrIdx="877"/>
  <p:cmAuthor id="879" name="李 骁" initials="李" lastIdx="0" clrIdx="878"/>
  <p:cmAuthor id="880" name="未知用户258" initials="未" lastIdx="0" clrIdx="879"/>
  <p:cmAuthor id="881" name="未知的使用者96" initials="未" lastIdx="0" clrIdx="880"/>
  <p:cmAuthor id="882" name="未知用户260" initials="未" lastIdx="0" clrIdx="881"/>
  <p:cmAuthor id="883" name="未知用户261" initials="未" lastIdx="0" clrIdx="882"/>
  <p:cmAuthor id="884" name="未知用户262" initials="未" lastIdx="0" clrIdx="883"/>
  <p:cmAuthor id="885" name="未知用户263" initials="未" lastIdx="0" clrIdx="884"/>
  <p:cmAuthor id="886" name="未知用户248" initials="未" lastIdx="0" clrIdx="885"/>
  <p:cmAuthor id="887" name="未知用户249" initials="未" lastIdx="0" clrIdx="886"/>
  <p:cmAuthor id="888" name="未知用户285" initials="未" lastIdx="0" clrIdx="887"/>
  <p:cmAuthor id="889" name="未知用户315" initials="未" lastIdx="0" clrIdx="888"/>
  <p:cmAuthor id="890" name="未知用户316" initials="未" lastIdx="0" clrIdx="889"/>
  <p:cmAuthor id="891" name="未知用户317" initials="未" lastIdx="0" clrIdx="890"/>
  <p:cmAuthor id="892" name="未知用户318" initials="未" lastIdx="0" clrIdx="891"/>
  <p:cmAuthor id="893" name="chen hui" initials="c" lastIdx="0" clrIdx="892"/>
  <p:cmAuthor id="894" name="未知用户244" initials="未" lastIdx="0" clrIdx="893"/>
  <p:cmAuthor id="895" name="未知用户322" initials="未" lastIdx="0" clrIdx="894"/>
  <p:cmAuthor id="896" name="未知用户323" initials="未" lastIdx="0" clrIdx="895"/>
  <p:cmAuthor id="897" name="未知用户324" initials="未" lastIdx="0" clrIdx="896"/>
  <p:cmAuthor id="898" name="杨强" initials="杨" lastIdx="0" clrIdx="897"/>
  <p:cmAuthor id="899" name="wangxinhui" initials="w" lastIdx="0" clrIdx="898"/>
  <p:cmAuthor id="900" name="檀晟 陈" initials="檀晟" lastIdx="0" clrIdx="899"/>
  <p:cmAuthor id="901" name="未知用户245" initials="未" lastIdx="0" clrIdx="900"/>
  <p:cmAuthor id="902" name="未知用户363" initials="未" lastIdx="0" clrIdx="901"/>
  <p:cmAuthor id="903" name="未知用户459" initials="未" lastIdx="0" clrIdx="902"/>
  <p:cmAuthor id="904" name="未知用户470" initials="未" lastIdx="0" clrIdx="903"/>
  <p:cmAuthor id="905" name="未知用户325" initials="未" lastIdx="0" clrIdx="904"/>
  <p:cmAuthor id="906" name="未知用户326" initials="未" lastIdx="0" clrIdx="905"/>
  <p:cmAuthor id="907" name="未知用户365" initials="未" lastIdx="0" clrIdx="906"/>
  <p:cmAuthor id="908" name="刘浩" initials="刘" lastIdx="0" clrIdx="907"/>
  <p:cmAuthor id="909" name="未知用户460" initials="未" lastIdx="0" clrIdx="908"/>
  <p:cmAuthor id="910" name="Vivian Liu" initials="VL" lastIdx="0" clrIdx="909"/>
  <p:cmAuthor id="911" name="未知用户366" initials="未" lastIdx="0" clrIdx="910"/>
  <p:cmAuthor id="912" name="未知用户461" initials="未" lastIdx="0" clrIdx="911"/>
  <p:cmAuthor id="913" name="未知用户367" initials="未" lastIdx="0" clrIdx="912"/>
  <p:cmAuthor id="914" name="未知用户462" initials="未" lastIdx="0" clrIdx="913"/>
  <p:cmAuthor id="915" name="未知用户463" initials="未" lastIdx="0" clrIdx="914"/>
  <p:cmAuthor id="916" name="未知用户368" initials="未" lastIdx="0" clrIdx="915"/>
  <p:cmAuthor id="917" name="未知用户464" initials="未" lastIdx="0" clrIdx="916"/>
  <p:cmAuthor id="918" name="未知用户369" initials="未" lastIdx="0" clrIdx="917"/>
  <p:cmAuthor id="919" name="未知用户465" initials="未" lastIdx="0" clrIdx="918"/>
  <p:cmAuthor id="920" name="未知用户466" initials="未" lastIdx="0" clrIdx="919"/>
  <p:cmAuthor id="921" name="未知用户467" initials="未" lastIdx="0" clrIdx="920"/>
  <p:cmAuthor id="922" name="未知用户468" initials="未" lastIdx="0" clrIdx="921"/>
  <p:cmAuthor id="923" name="未知用户426" initials="未" lastIdx="0" clrIdx="922"/>
  <p:cmAuthor id="924" name="未知用户371" initials="未" lastIdx="0" clrIdx="923"/>
  <p:cmAuthor id="925" name="未知用户372" initials="未" lastIdx="0" clrIdx="924"/>
  <p:cmAuthor id="926" name="未知用户373" initials="未" lastIdx="0" clrIdx="925"/>
  <p:cmAuthor id="927" name="未知用户374" initials="未" lastIdx="0" clrIdx="926"/>
  <p:cmAuthor id="928" name="未知用户469" initials="未" lastIdx="0" clrIdx="927"/>
  <p:cmAuthor id="929" name="未知用户427" initials="未" lastIdx="0" clrIdx="928"/>
  <p:cmAuthor id="930" name="未知用户375" initials="未" lastIdx="0" clrIdx="929"/>
  <p:cmAuthor id="931" name="未知用户376" initials="未" lastIdx="0" clrIdx="930"/>
  <p:cmAuthor id="932" name="未知用户377" initials="未" lastIdx="0" clrIdx="931"/>
  <p:cmAuthor id="933" name="未知用户428" initials="未" lastIdx="0" clrIdx="932"/>
  <p:cmAuthor id="934" name="未知用户378" initials="未" lastIdx="0" clrIdx="933"/>
  <p:cmAuthor id="935" name="未知用户379" initials="未" lastIdx="0" clrIdx="934"/>
  <p:cmAuthor id="936" name="未知用户339" initials="未" lastIdx="0" clrIdx="935"/>
  <p:cmAuthor id="937" name="未知用户380" initials="未" lastIdx="0" clrIdx="936"/>
  <p:cmAuthor id="938" name="A6910" initials="A" lastIdx="0" clrIdx="937"/>
  <p:cmAuthor id="939" name="未知用户472" initials="未" lastIdx="0" clrIdx="938"/>
  <p:cmAuthor id="940" name="虞新颖_36fmV3QV" initials="authorId_321496044" lastIdx="0" clrIdx="939"/>
  <p:cmAuthor id="941" name="鲁琪_ayIzYrYZ" initials="authorId_602698507" lastIdx="0" clrIdx="940"/>
  <p:cmAuthor id="942" name="黄鸿达" initials="黄" lastIdx="0" clrIdx="941"/>
  <p:cmAuthor id="943" name="黄百成_m6Jjq6bQ" initials="authorId_901868002" lastIdx="0" clrIdx="942"/>
  <p:cmAuthor id="944" name="杨 贺春" initials="杨" lastIdx="0" clrIdx="943"/>
  <p:cmAuthor id="945" name="伟哥" initials="伟哥" lastIdx="0" clrIdx="944"/>
  <p:cmAuthor id="946" name="YY" initials="Y" lastIdx="0" clrIdx="945"/>
  <p:cmAuthor id="947" name="朗 月" initials="朗" lastIdx="0" clrIdx="946"/>
  <p:cmAuthor id="948" name="未知用户488" initials="未" lastIdx="0" clrIdx="947"/>
  <p:cmAuthor id="949" name="未知用户490" initials="未" lastIdx="0" clrIdx="948"/>
  <p:cmAuthor id="950" name="姗SHAN" initials="姗" lastIdx="0" clrIdx="949"/>
  <p:cmAuthor id="951" name="sk" initials="s" lastIdx="0" clrIdx="950"/>
  <p:cmAuthor id="952" name="未知用户477" initials="未" lastIdx="0" clrIdx="951"/>
  <p:cmAuthor id="953" name="10032948" initials="1" lastIdx="0" clrIdx="952"/>
  <p:cmAuthor id="954" name="未知用户478" initials="未" lastIdx="0" clrIdx="953"/>
  <p:cmAuthor id="955" name="烬飞默途" initials="烬" lastIdx="0" clrIdx="954"/>
  <p:cmAuthor id="956" name="未知用户480" initials="未" lastIdx="0" clrIdx="955"/>
  <p:cmAuthor id="957" name="未知用户481" initials="未" lastIdx="0" clrIdx="956"/>
  <p:cmAuthor id="958" name="未知用户484" initials="未" lastIdx="0" clrIdx="957"/>
  <p:cmAuthor id="959" name="未知用户487" initials="未" lastIdx="0" clrIdx="958"/>
  <p:cmAuthor id="960" name="部室管理员/软件开发中心/总行机关/ABC" initials="部" lastIdx="0" clrIdx="959"/>
  <p:cmAuthor id="961" name="zilong.li" initials="z" lastIdx="0" clrIdx="960"/>
  <p:cmAuthor id="962" name="weilizz" initials="weilizz" lastIdx="0" clrIdx="961"/>
  <p:cmAuthor id="963" name="shanshuyao@sd.cmcc" initials="shanshuyao@sd.cmcc" lastIdx="0" clrIdx="962"/>
  <p:cmAuthor id="964" name="阿勇" initials="阿" lastIdx="0" clrIdx="963"/>
  <p:cmAuthor id="965" name="郭旭" initials="郭" lastIdx="0" clrIdx="964"/>
  <p:cmAuthor id="966" name="孙傲" initials="孙" lastIdx="0" clrIdx="965"/>
  <p:cmAuthor id="967" name="00262130" initials="0" lastIdx="0" clrIdx="966"/>
  <p:cmAuthor id="968" name="zsc" initials="z" lastIdx="0" clrIdx="967"/>
  <p:cmAuthor id="969" name="USER631805" initials="U" lastIdx="0" clrIdx="968"/>
  <p:cmAuthor id="970" name="zhangbai" initials="z" lastIdx="0" clrIdx="969"/>
  <p:cmAuthor id="971" name="邢绍文" initials="邢" lastIdx="0" clrIdx="970"/>
  <p:cmAuthor id="972" name="姜香利" initials="姜" lastIdx="0" clrIdx="971"/>
  <p:cmAuthor id="973" name="0279000012" initials="0" lastIdx="0" clrIdx="972"/>
  <p:cmAuthor id="974" name="10216996" initials="wjd" lastIdx="0" clrIdx="973"/>
  <p:cmAuthor id="975" name="杨岚 00340308" initials="0" lastIdx="0" clrIdx="974"/>
  <p:cmAuthor id="976" name="marmot" initials="m" lastIdx="0" clrIdx="975"/>
  <p:cmAuthor id="977" name="10115294" initials="1" lastIdx="0" clrIdx="976"/>
  <p:cmAuthor id="978" name="10225611" initials="1" lastIdx="0" clrIdx="977"/>
  <p:cmAuthor id="979" name="10010178" initials="1" lastIdx="0" clrIdx="978"/>
  <p:cmAuthor id="980" name="10036782" initials="1" lastIdx="0" clrIdx="979"/>
  <p:cmAuthor id="981" name="艾启明" initials="A" lastIdx="0" clrIdx="980"/>
  <p:cmAuthor id="982" name="段瑞祥" initials="段" lastIdx="0" clrIdx="981"/>
  <p:cmAuthor id="983" name="00025099" initials="0" lastIdx="0" clrIdx="982"/>
  <p:cmAuthor id="984" name="00242950" initials="0" lastIdx="0" clrIdx="983"/>
  <p:cmAuthor id="985" name="ZTEczq" initials="1" lastIdx="0" clrIdx="984"/>
  <p:cmAuthor id="986" name="10058133" initials="1" lastIdx="0" clrIdx="985"/>
  <p:cmAuthor id="987" name="10129659" initials="1" lastIdx="0" clrIdx="986"/>
  <p:cmAuthor id="988" name="10043558" initials="1" lastIdx="0" clrIdx="987"/>
  <p:cmAuthor id="989" name="10033218" initials="1" lastIdx="0" clrIdx="988"/>
  <p:cmAuthor id="990" name="00159163" initials="0" lastIdx="0" clrIdx="989"/>
  <p:cmAuthor id="991" name="10096786" initials="1" lastIdx="0" clrIdx="990"/>
  <p:cmAuthor id="992" name="10074613" initials="1" lastIdx="0" clrIdx="991"/>
  <p:cmAuthor id="993" name="10008523" initials="1" lastIdx="0" clrIdx="992"/>
  <p:cmAuthor id="994" name="10054361" initials="1" lastIdx="0" clrIdx="993"/>
  <p:cmAuthor id="995" name="10049832" initials="1" lastIdx="0" clrIdx="994"/>
  <p:cmAuthor id="996" name="19056" initials="1" lastIdx="0" clrIdx="995"/>
  <p:cmAuthor id="997" name="10187976@zte.intra" initials="1" lastIdx="0" clrIdx="996"/>
  <p:cmAuthor id="998" name="10140710" initials="1" lastIdx="0" clrIdx="997"/>
  <p:cmAuthor id="999" name="10334875" initials="1" lastIdx="0" clrIdx="998"/>
  <p:cmAuthor id="1000" name="huliujun-LN" initials="h" lastIdx="0" clrIdx="999"/>
  <p:cmAuthor id="1001" name="无" initials="无" lastIdx="0" clrIdx="1000"/>
  <p:cmAuthor id="1002" name="10100374" initials="1" lastIdx="0" clrIdx="1001"/>
  <p:cmAuthor id="1003" name="10242146" initials="1" lastIdx="0" clrIdx="1002"/>
  <p:cmAuthor id="1004" name="未知的使用者201" initials="未" lastIdx="0" clrIdx="1003"/>
  <p:cmAuthor id="1005" name="未知的使用者203" initials="未" lastIdx="0" clrIdx="1004"/>
  <p:cmAuthor id="1006" name="王东10086377" initials="王" lastIdx="0" clrIdx="1005"/>
  <p:cmAuthor id="1007" name="Tea" initials="T" lastIdx="0" clrIdx="1006"/>
  <p:cmAuthor id="1008" name="10116818" initials="1" lastIdx="0" clrIdx="1007"/>
  <p:cmAuthor id="1009" name="未知用户84" initials="未" lastIdx="0" clrIdx="1008"/>
  <p:cmAuthor id="1010" name="10035857" initials="1" lastIdx="0" clrIdx="1009"/>
  <p:cmAuthor id="1011" name="00279355" initials="0" lastIdx="0" clrIdx="1010"/>
  <p:cmAuthor id="1012" name="10041808" initials="1" lastIdx="0" clrIdx="1011"/>
  <p:cmAuthor id="1013" name="10255256" initials="1" lastIdx="0" clrIdx="1012"/>
  <p:cmAuthor id="1014" name="00024812" initials="0" lastIdx="0" clrIdx="1013"/>
  <p:cmAuthor id="1015" name="ZHOU SHAN" initials="Z" lastIdx="0" clrIdx="1014"/>
  <p:cmAuthor id="1016" name="ZTE" initials="Z" lastIdx="0" clrIdx="1015"/>
  <p:cmAuthor id="1017" name="王玉" initials="王" lastIdx="0" clrIdx="1016"/>
  <p:cmAuthor id="1018" name="Ming Zuo" initials="M" lastIdx="0" clrIdx="1017"/>
  <p:cmAuthor id="1019" name="10226012" initials="1" lastIdx="0" clrIdx="1018"/>
  <p:cmAuthor id="1020" name="未知用户473" initials="未" lastIdx="0" clrIdx="1019"/>
  <p:cmAuthor id="1021" name="Hey！Judy" initials="H" lastIdx="0" clrIdx="1020"/>
  <p:cmAuthor id="1022" name="未知用户476" initials="未" lastIdx="0" clrIdx="1021"/>
  <p:cmAuthor id="1023" name="未知用户489" initials="未" lastIdx="0" clrIdx="1022"/>
  <p:cmAuthor id="1024" name="chenhao" initials="1" lastIdx="0" clrIdx="1023"/>
  <p:cmAuthor id="1025" name="Morgan, Aaron" initials="M" lastIdx="0" clrIdx="1024"/>
  <p:cmAuthor id="1026" name="weige" initials="w" lastIdx="0" clrIdx="1025"/>
  <p:cmAuthor id="1027" name="李 俊琦" initials="李" lastIdx="0" clrIdx="1026"/>
  <p:cmAuthor id="1028" name="10286727" initials="1" lastIdx="0" clrIdx="1027"/>
  <p:cmAuthor id="1029" name="jilin" initials="j" lastIdx="0" clrIdx="1028"/>
  <p:cmAuthor id="1030" name="10031906" initials="1" lastIdx="0" clrIdx="1029"/>
  <p:cmAuthor id="1031" name="Jason Li" initials="J" lastIdx="0" clrIdx="1030"/>
  <p:cmAuthor id="1032" name="未知用户475" initials="未" lastIdx="0" clrIdx="1031"/>
  <p:cmAuthor id="1033" name="10045395" initials="1" lastIdx="0" clrIdx="1032"/>
  <p:cmAuthor id="1034" name="yingchao xi" initials="y" lastIdx="0" clrIdx="1033"/>
  <p:cmAuthor id="1035" name="depeng diao" initials="d" lastIdx="0" clrIdx="1034"/>
  <p:cmAuthor id="1036" name="10207586" initials="1" lastIdx="0" clrIdx="1035"/>
  <p:cmAuthor id="1037" name="Miranda Bi" initials="M" lastIdx="0" clrIdx="1036"/>
  <p:cmAuthor id="1038" name="00034611" initials="0" lastIdx="0" clrIdx="1037"/>
  <p:cmAuthor id="1039" name="10026840" initials="1" lastIdx="0" clrIdx="1038"/>
  <p:cmAuthor id="1040" name="Jason Cheung" initials="J" lastIdx="0" clrIdx="1039"/>
  <p:cmAuthor id="1041" name="Microsoft 帐户" initials="M" lastIdx="0" clrIdx="1040"/>
  <p:cmAuthor id="1042" name="10243946" initials="1" lastIdx="0" clrIdx="1041"/>
  <p:cmAuthor id="1043" name="Sylan♈️、" initials="S" lastIdx="0" clrIdx="1042"/>
  <p:cmAuthor id="1044" name="Maggie" initials="M" lastIdx="0" clrIdx="1043"/>
  <p:cmAuthor id="1045" name="王灏" initials="王灏" lastIdx="0" clrIdx="1044"/>
  <p:cmAuthor id="1046" name="10006789" initials="1" lastIdx="0" clrIdx="1045"/>
  <p:cmAuthor id="1047" name="中兴-张文栓" initials="中" lastIdx="0" clrIdx="1046"/>
  <p:cmAuthor id="1048" name="00190724" initials="0" lastIdx="0" clrIdx="1047"/>
  <p:cmAuthor id="1049" name="XF" initials="XF" lastIdx="0" clrIdx="1048"/>
  <p:cmAuthor id="1050" name="10203531" initials="1" lastIdx="0" clrIdx="1049"/>
  <p:cmAuthor id="1051" name="10334883" initials="1" lastIdx="0" clrIdx="1050"/>
  <p:cmAuthor id="1052" name="10006799" initials="1" lastIdx="0" clrIdx="1051"/>
  <p:cmAuthor id="1053" name="10177686" initials="1" lastIdx="0" clrIdx="1052"/>
  <p:cmAuthor id="1054" name="郭瑞博" initials="郭" lastIdx="0" clrIdx="1053"/>
  <p:cmAuthor id="1055" name="10180082" initials="1" lastIdx="0" clrIdx="1054"/>
  <p:cmAuthor id="1056" name="XuFeng" initials="X" lastIdx="0" clrIdx="1055"/>
  <p:cmAuthor id="1057" name="洋仔" initials="洋" lastIdx="0" clrIdx="1056"/>
  <p:cmAuthor id="1058" name="liuti" initials="l" lastIdx="0" clrIdx="1057"/>
  <p:cmAuthor id="1059" name="Shang Pan" initials="SP" lastIdx="0" clrIdx="1058"/>
  <p:cmAuthor id="1060" name="A熊泽锐" initials="A" lastIdx="0" clrIdx="1059"/>
  <p:cmAuthor id="1061" name="张 青山" initials="张" lastIdx="0" clrIdx="1060"/>
  <p:cmAuthor id="1062" name="范作霖" initials="范" lastIdx="0" clrIdx="1061"/>
  <p:cmAuthor id="1063" name="大攀" initials="大" lastIdx="0" clrIdx="1062"/>
  <p:cmAuthor id="1064" name="刘豹" initials="刘" lastIdx="0" clrIdx="1063"/>
  <p:cmAuthor id="1065" name="郑汝鸿" initials="郑" lastIdx="0" clrIdx="1064"/>
  <p:cmAuthor id="1066" name="13810" initials="1" lastIdx="0" clrIdx="1065"/>
  <p:cmAuthor id="1067" name="renyina" initials="r" lastIdx="0" clrIdx="1066"/>
  <p:cmAuthor id="1068" name="Kaiyuan" initials="K" lastIdx="0" clrIdx="1067"/>
  <p:cmAuthor id="1069" name="Cecilia" initials="C" lastIdx="0" clrIdx="1068"/>
  <p:cmAuthor id="1070" name="CMCC" initials="C" lastIdx="0" clrIdx="1069"/>
  <p:cmAuthor id="1071" name="孟芳芳（借调）" initials="V" lastIdx="0" clrIdx="1070"/>
  <p:cmAuthor id="1072" name="张波" initials="张" lastIdx="0" clrIdx="1071"/>
  <p:cmAuthor id="1073" name="罗志军" initials="Microsof" lastIdx="0" clrIdx="1072"/>
  <p:cmAuthor id="1074" name="liuqi" initials="l" lastIdx="0" clrIdx="1073"/>
  <p:cmAuthor id="1075" name="未知的使用者102" initials="未" lastIdx="0" clrIdx="1074"/>
  <p:cmAuthor id="1076" name="刘婷_YvUjNvY3" initials="authorId_1628" lastIdx="0" clrIdx="1075"/>
  <p:cmAuthor id="1077" name="he feng" initials="hf" lastIdx="0" clrIdx="1076"/>
  <p:cmAuthor id="1078" name="远 姚" initials="远姚" lastIdx="0" clrIdx="1077"/>
  <p:cmAuthor id="1079" name="未知用户112" initials="未知用户112" lastIdx="0" clrIdx="1078"/>
  <p:cmAuthor id="1080" name="孙超" initials="孙" lastIdx="0" clrIdx="1079"/>
  <p:cmAuthor id="1081" name="未知用户163" initials="未知用户163" lastIdx="0" clrIdx="1080"/>
  <p:cmAuthor id="1082" name="針對所選的門市進行小範圍實驗，捕捉驅動績效的關鍵影響因子" initials="針" lastIdx="0" clrIdx="1081"/>
  <p:cmAuthor id="1083" name="未知的使用者185" initials="未" lastIdx="0" clrIdx="1082"/>
  <p:cmAuthor id="1084" name="未知的使用者210" initials="" lastIdx="0" clrIdx="1083"/>
  <p:cmAuthor id="1085" name="未知的使用者211" initials="" lastIdx="0" clrIdx="1084"/>
  <p:cmAuthor id="1086" name="yu 1" initials="y1" lastIdx="0" clrIdx="1085"/>
  <p:cmAuthor id="1087" name="汪 丹丹" initials="汪" lastIdx="0" clrIdx="1086"/>
  <p:cmAuthor id="1088" name="chenlin@fj.cmcc" initials="chenlin@fj.cmcc" lastIdx="0" clrIdx="1087"/>
  <p:cmAuthor id="1089" name="未知用户305" initials="未" lastIdx="0" clrIdx="1088"/>
  <p:cmAuthor id="1090" name="leif" initials="l" lastIdx="0" clrIdx="1089"/>
  <p:cmAuthor id="1091" name="Kathy" initials="K" lastIdx="0" clrIdx="1090"/>
  <p:cmAuthor id="1092" name="Jimmy-Power" initials="J" lastIdx="0" clrIdx="1091"/>
  <p:cmAuthor id="1093" name="罗 罗" initials="罗" lastIdx="0" clrIdx="1092"/>
  <p:cmAuthor id="1094" name="晓琳 李" initials="晓琳" lastIdx="0" clrIdx="1093"/>
  <p:cmAuthor id="1095" name="刘海娜|liuhaina" initials="W用" lastIdx="0" clrIdx="1094"/>
  <p:cmAuthor id="1096" name="Tome" initials="T" lastIdx="0" clrIdx="1095"/>
  <p:cmAuthor id="1097" name="未知用户301" initials="未" lastIdx="0" clrIdx="1096"/>
  <p:cmAuthor id="1098" name="未知用户306" initials="未" lastIdx="0" clrIdx="1097"/>
  <p:cmAuthor id="1099" name="未知用户308" initials="未" lastIdx="0" clrIdx="1098"/>
  <p:cmAuthor id="1100" name="未知用户309" initials="未" lastIdx="0" clrIdx="1099"/>
  <p:cmAuthor id="1101" name="Stacy Chiang" initials="S" lastIdx="0" clrIdx="1100"/>
  <p:cmAuthor id="1102" name="未知用户276" initials="未" lastIdx="0" clrIdx="1101"/>
  <p:cmAuthor id="1103" name="泡泡" initials="泡" lastIdx="0" clrIdx="1102"/>
  <p:cmAuthor id="1104" name="张婷婷" initials="c" lastIdx="0" clrIdx="1103"/>
  <p:cmAuthor id="1105" name="11794" initials="1" lastIdx="0" clrIdx="1104"/>
  <p:cmAuthor id="1106" name="岳晓丽" initials="岳" lastIdx="0" clrIdx="1105"/>
  <p:cmAuthor id="1107" name="zhangxiaoyan" initials="z" lastIdx="0" clrIdx="1106"/>
  <p:cmAuthor id="1108" name="李芝兰" initials="李" lastIdx="0" clrIdx="1107"/>
  <p:cmAuthor id="1109" name="Alex" initials="A" lastIdx="0" clrIdx="1108"/>
  <p:cmAuthor id="1110" name="41586" initials="4" lastIdx="0" clrIdx="1109"/>
  <p:cmAuthor id="1111" name="王森" initials="王" lastIdx="0" clrIdx="1110"/>
  <p:cmAuthor id="1112" name="myl" initials="m" lastIdx="0" clrIdx="1111"/>
  <p:cmAuthor id="1113" name="huawei" initials="h" lastIdx="0" clrIdx="1112"/>
  <p:cmAuthor id="1114" name="未知用户296" initials="未" lastIdx="0" clrIdx="1113"/>
  <p:cmAuthor id="1115" name="未知用户257" initials="未" lastIdx="0" clrIdx="1114"/>
  <p:cmAuthor id="1116" name="I_u6feq6Zr" initials="I" lastIdx="0" clrIdx="1115"/>
  <p:cmAuthor id="1117" name="企业用户_803309284" initials="企" lastIdx="0" clrIdx="1116"/>
  <p:cmAuthor id="1118" name="NTKO" initials="H" lastIdx="0" clrIdx="1117"/>
  <p:cmAuthor id="1119" name="陈 米" initials="陈" lastIdx="0" clrIdx="1118"/>
  <p:cmAuthor id="1120" name="B DJ" initials="BD" lastIdx="0" clrIdx="1119"/>
  <p:cmAuthor id="1121" name="yixiaozhen@hq.cmcc" initials="g" lastIdx="0" clrIdx="1120"/>
  <p:cmAuthor id="1122" name="lingc" initials="l" lastIdx="0" clrIdx="1121"/>
  <p:cmAuthor id="1123" name="王旭" initials="王" lastIdx="0" clrIdx="1122"/>
  <p:cmAuthor id="1124" name="duzongpeng7" initials="DuZ7" lastIdx="0" clrIdx="1123"/>
  <p:cmAuthor id="1125" name="罗艺萌" initials="罗" lastIdx="0" clrIdx="1124"/>
  <p:cmAuthor id="1126" name="Unknown User67" initials="U" lastIdx="0" clrIdx="1125"/>
  <p:cmAuthor id="1127" name="zhoux" initials="z" lastIdx="0" clrIdx="1126"/>
  <p:cmAuthor id="1128" name="tonyliu" initials="t" lastIdx="0" clrIdx="1127"/>
  <p:cmAuthor id="1129" name="hwjjjjjjjj" initials="h" lastIdx="0" clrIdx="1128"/>
  <p:cmAuthor id="1130" name="zhangxinyao" initials="z" lastIdx="0" clrIdx="1129"/>
  <p:cmAuthor id="1131" name="未知的使用者183" initials="未" lastIdx="0" clrIdx="1130"/>
  <p:cmAuthor id="1132" name="likeyu" initials="kk" lastIdx="0" clrIdx="1131"/>
  <p:cmAuthor id="1133" name="15090" initials="1" lastIdx="0" clrIdx="1132"/>
  <p:cmAuthor id="1134" name="liuyanxue" initials="l" lastIdx="0" clrIdx="1133"/>
  <p:cmAuthor id="1135" name="59314" initials="5" lastIdx="0" clrIdx="1134"/>
  <p:cmAuthor id="1136" name="CMCC-1" initials="Y" lastIdx="0" clrIdx="1135"/>
  <p:cmAuthor id="1137" name="Zhong Zheng" initials="zz" lastIdx="0" clrIdx="1136"/>
  <p:cmAuthor id="1138" name="cmcc-0722" initials="Y" lastIdx="0" clrIdx="1137"/>
  <p:cmAuthor id="1139" name="X1" initials="X" lastIdx="0" clrIdx="1138"/>
  <p:cmAuthor id="1140" name="laichenxi" initials="u" lastIdx="0" clrIdx="1139"/>
  <p:cmAuthor id="1141" name="云峰 贾" initials="云" lastIdx="0" clrIdx="1140"/>
  <p:cmAuthor id="1142" name="cs" initials="x" lastIdx="0" clrIdx="1141"/>
  <p:cmAuthor id="1143" name="孟令坤" initials="MLK" lastIdx="0" clrIdx="1142"/>
  <p:cmAuthor id="1144" name="zengtan" initials="z" lastIdx="0" clrIdx="1143"/>
  <p:cmAuthor id="1145" name="yue" initials="y" lastIdx="0" clrIdx="1144"/>
  <p:cmAuthor id="1146" name="贾云雁" initials="贾" lastIdx="0" clrIdx="1145"/>
  <p:cmAuthor id="1147" name="454659240@qq.com" initials="4" lastIdx="0" clrIdx="1146"/>
  <p:cmAuthor id="1148" name="HAUWEI" initials="H" lastIdx="0" clrIdx="1147"/>
  <p:cmAuthor id="1149" name="fuhao" initials="f" lastIdx="0" clrIdx="1148"/>
  <p:cmAuthor id="1150" name="ma jialin" initials="mj" lastIdx="0" clrIdx="1149"/>
  <p:cmAuthor id="1151" name="guoshasha@hq.cmcc" initials="guoshasha" lastIdx="0" clrIdx="1150"/>
  <p:cmAuthor id="1152" name="macos" initials="m" lastIdx="0" clrIdx="1151"/>
  <p:cmAuthor id="1153" name="未知的使用者76" initials="未" lastIdx="0" clrIdx="1152"/>
  <p:cmAuthor id="1154" name="ShanQiu LH" initials="SL" lastIdx="0" clrIdx="1153"/>
  <p:cmAuthor id="1155" name="songlinyan" initials="s" lastIdx="0" clrIdx="1154"/>
  <p:cmAuthor id="1156" name="WHF" initials="W" lastIdx="0" clrIdx="1155"/>
  <p:cmAuthor id="1157" name="HuaFEEng" initials="H" lastIdx="0" clrIdx="1156"/>
  <p:cmAuthor id="1158" name="jinpengcheng" initials="j" lastIdx="0" clrIdx="1157"/>
  <p:cmAuthor id="1159" name="俊 刘" initials="俊刘" lastIdx="0" clrIdx="1158"/>
  <p:cmAuthor id="1160" name="罗平_QfY3MnyU" initials="authorId_1512265542" lastIdx="0" clrIdx="1159"/>
  <p:cmAuthor id="1161" name="陈思曦_Z3Ivji6B" initials="authorId_AK20221026:AK20221029HCSFPP10055444" lastIdx="0" clrIdx="1160"/>
  <p:cmAuthor id="1162" name="翟栋_VBFrBjyM" initials="authorId_AK20221026:AK20221029HCSFPP10055482" lastIdx="0" clrIdx="1161"/>
  <p:cmAuthor id="1163" name="李 富岩" initials="李" lastIdx="0" clrIdx="1162"/>
  <p:cmAuthor id="1164" name="徐婷婷" initials="x" lastIdx="0" clrIdx="1163"/>
  <p:cmAuthor id="1165" name="楚汉 肖" initials="楚汉" lastIdx="0" clrIdx="1164"/>
  <p:cmAuthor id="1166" name="KeFan Lee" initials="KL" lastIdx="0" clrIdx="1165"/>
  <p:cmAuthor id="1167" name="danyang" initials="bdy" lastIdx="0" clrIdx="1166"/>
  <p:cmAuthor id="1168" name="Sun Wanyue" initials="S" lastIdx="0" clrIdx="1167"/>
  <p:cmAuthor id="1169" name="屈鹏" initials="屈" lastIdx="0" clrIdx="1168"/>
  <p:cmAuthor id="1170" name="liuya" initials="l" lastIdx="0" clrIdx="1169"/>
  <p:cmAuthor id="1171" name="梦旅人" initials="梦" lastIdx="0" clrIdx="1170"/>
  <p:cmAuthor id="1172" name="NQI" initials="N" lastIdx="0" clrIdx="1171"/>
  <p:cmAuthor id="1173" name="xs liang" initials="xl" lastIdx="0" clrIdx="1172"/>
  <p:cmAuthor id="1174" name="子祥 韩" initials="子祥" lastIdx="0" clrIdx="1173"/>
  <p:cmAuthor id="1175" name="Tianchi Yao" initials="TY" lastIdx="0" clrIdx="1174"/>
  <p:cmAuthor id="1176" name="Juliet猪立业" initials="J" lastIdx="0" clrIdx="1175"/>
  <p:cmAuthor id="1177" name="北野战萧" initials="北" lastIdx="0" clrIdx="1176"/>
  <p:cmAuthor id="1178" name="zqsgs" initials="z" lastIdx="0" clrIdx="1177"/>
  <p:cmAuthor id="1179" name="WPS_1730476225" initials="W" lastIdx="0" clrIdx="1178"/>
  <p:cmAuthor id="1180" name="乐燕" initials="乐" lastIdx="0" clrIdx="1179"/>
  <p:cmAuthor id="1181" name="FAN" initials="F" lastIdx="0" clrIdx="1180"/>
  <p:cmAuthor id="1182" name="sunaoran" initials="s" lastIdx="0" clrIdx="1181"/>
  <p:cmAuthor id="1183" name="10240440" initials="1" lastIdx="0" clrIdx="1182"/>
  <p:cmAuthor id="1184" name="JIANG QUN" initials="J" lastIdx="0" clrIdx="1183"/>
  <p:cmAuthor id="1185" name="刘莎_Rnie2Mv6" initials="authorId_1390812686" lastIdx="0" clrIdx="1184"/>
  <p:cmAuthor id="1186" name="董耘_um22zMFb" initials="authorId_1461203234" lastIdx="0" clrIdx="1185"/>
  <p:cmAuthor id="1187" name="廖一明" initials="廖一明" lastIdx="0" clrIdx="1186"/>
  <p:cmAuthor id="1188" name="wswsbo" initials="w" lastIdx="0" clrIdx="1187"/>
  <p:cmAuthor id="1189" name="未知的使用者213" initials="" lastIdx="0" clrIdx="1188"/>
  <p:cmAuthor id="1190" name="未知的使用者215" initials="" lastIdx="0" clrIdx="1189"/>
  <p:cmAuthor id="1191" name="  " initials=" " lastIdx="0" clrIdx="1190"/>
  <p:cmAuthor id="1192" name="PENG" initials="P" lastIdx="0" clrIdx="1191"/>
  <p:cmAuthor id="1193" name="carrie魏" initials="c" lastIdx="0" clrIdx="1192"/>
  <p:cmAuthor id="1194" name="Well Li" initials="W" lastIdx="0" clrIdx="1193"/>
  <p:cmAuthor id="1195" name="刘云轩" initials="刘" lastIdx="0" clrIdx="1194"/>
  <p:cmAuthor id="1196" name="10111841" initials="1" lastIdx="0" clrIdx="1195"/>
  <p:cmAuthor id="1197" name="dell" initials="d" lastIdx="0" clrIdx="1196"/>
  <p:cmAuthor id="1198" name="Liangdp" initials="L" lastIdx="0" clrIdx="1197"/>
  <p:cmAuthor id="1199" name="未知用户25" initials="未" lastIdx="0" clrIdx="1198"/>
  <p:cmAuthor id="1200" name="未知用户20" initials="未" lastIdx="0" clrIdx="1199"/>
  <p:cmAuthor id="1201" name="李强" initials="A" lastIdx="0" clrIdx="1200"/>
  <p:cmAuthor id="1202" name="王 成岩" initials="王" lastIdx="0" clrIdx="1201"/>
  <p:cmAuthor id="1203" name="陶夏溦" initials="陶夏溦" lastIdx="0" clrIdx="1202"/>
  <p:cmAuthor id="1204" name="关璐" initials="关" lastIdx="0" clrIdx="1203"/>
  <p:cmAuthor id="1205" name="永月墨夜" initials="永" lastIdx="0" clrIdx="1204"/>
  <p:cmAuthor id="1206" name="tianatan" initials="t" lastIdx="0" clrIdx="1205"/>
  <p:cmAuthor id="1207" name="Carith" initials="C" lastIdx="0" clrIdx="1206"/>
  <p:cmAuthor id="1208" name="李大嗨" initials="李" lastIdx="0" clrIdx="1207"/>
  <p:cmAuthor id="1209" name="风之子" initials="风" lastIdx="0" clrIdx="1208"/>
  <p:cmAuthor id="1210" name="李红" initials="李" lastIdx="0" clrIdx="1209"/>
  <p:cmAuthor id="1211" name="碳酸 碳酸" initials="碳碳" lastIdx="0" clrIdx="1210"/>
  <p:cmAuthor id="1212" name="Steve" initials="S" lastIdx="0" clrIdx="1211"/>
  <p:cmAuthor id="1213" name="wmcmdi" initials="w" lastIdx="0" clrIdx="1212"/>
  <p:cmAuthor id="1214" name="未知用户381" initials="未" lastIdx="0" clrIdx="1213"/>
  <p:cmAuthor id="1215" name="未知用户382" initials="未" lastIdx="0" clrIdx="1214"/>
  <p:cmAuthor id="1216" name="未知用户383" initials="未" lastIdx="0" clrIdx="1215"/>
  <p:cmAuthor id="1217" name="未知用户384" initials="未" lastIdx="0" clrIdx="1216"/>
  <p:cmAuthor id="1218" name="未知用户294" initials="未" lastIdx="0" clrIdx="1217"/>
  <p:cmAuthor id="1219" name="未知用户385" initials="未" lastIdx="0" clrIdx="1218"/>
  <p:cmAuthor id="1220" name="未知用户386" initials="未" lastIdx="0" clrIdx="1219"/>
  <p:cmAuthor id="1221" name="Nora" initials="N" lastIdx="0" clrIdx="1220"/>
  <p:cmAuthor id="1222" name="张百峰" initials="张" lastIdx="0" clrIdx="1221"/>
  <p:cmAuthor id="1223" name="时光" initials="时" lastIdx="0" clrIdx="1222"/>
  <p:cmAuthor id="1224" name="lzy" initials="8" lastIdx="0" clrIdx="1223"/>
  <p:cmAuthor id="1225" name="王芃" initials="王" lastIdx="0" clrIdx="1224"/>
  <p:cmAuthor id="1226" name="ZZ" initials="zhedlzhao" lastIdx="0" clrIdx="1225"/>
  <p:cmAuthor id="1227" name="mc" initials="m" lastIdx="0" clrIdx="1226"/>
  <p:cmAuthor id="1228" name="zhang" initials="z" lastIdx="0" clrIdx="1227"/>
  <p:cmAuthor id="1229" name="Cheng" initials="C" lastIdx="0" clrIdx="1228"/>
  <p:cmAuthor id="1230" name="李瑾" initials="李" lastIdx="0" clrIdx="1229"/>
  <p:cmAuthor id="1231" name="Songpu Ai" initials="SA" lastIdx="0" clrIdx="1230"/>
  <p:cmAuthor id="1232" name="杨丹" initials="6" lastIdx="0" clrIdx="1231"/>
  <p:cmAuthor id="1233" name="86156" initials="8" lastIdx="0" clrIdx="1232"/>
  <p:cmAuthor id="1234" name="未知用户471" initials="未" lastIdx="0" clrIdx="1233"/>
  <p:cmAuthor id="1235" name="John" initials="J" lastIdx="0" clrIdx="1234"/>
  <p:cmAuthor id="1236" name="10025093" initials="1" lastIdx="0" clrIdx="1235"/>
  <p:cmAuthor id="1237" name="10078380" initials="1" lastIdx="0" clrIdx="1236"/>
  <p:cmAuthor id="1238" name="00065088" initials="0" lastIdx="0" clrIdx="1237"/>
  <p:cmAuthor id="1239" name="黄俊杰" initials="hjj" lastIdx="0" clrIdx="1238"/>
  <p:cmAuthor id="1240" name="zhou108" initials="z" lastIdx="0" clrIdx="1239"/>
  <p:cmAuthor id="1241" name="L junjie" initials="Lj" lastIdx="0" clrIdx="1240"/>
  <p:cmAuthor id="1242" name="qian wu" initials="qw" lastIdx="0" clrIdx="1241"/>
  <p:cmAuthor id="1243" name="gzzzy" initials="g" lastIdx="0" clrIdx="1242"/>
  <p:cmAuthor id="1244" name="123" initials="1" lastIdx="0" clrIdx="1243"/>
  <p:cmAuthor id="1245" name="li kai" initials="l" lastIdx="0" clrIdx="1244"/>
  <p:cmAuthor id="1246" name="蝶恋花" initials="蝶" lastIdx="0" clrIdx="1245"/>
  <p:cmAuthor id="1247" name="上善若水" initials="上" lastIdx="0" clrIdx="1246"/>
  <p:cmAuthor id="1248" name="cyklovevv" initials="c" lastIdx="0" clrIdx="1247"/>
  <p:cmAuthor id="1249" name="Vincent" initials="V" lastIdx="0" clrIdx="1248"/>
  <p:cmAuthor id="1250" name="Winter" initials="W" lastIdx="0" clrIdx="1249"/>
  <p:cmAuthor id="1251" name="hanchen" initials="h" lastIdx="0" clrIdx="1250"/>
  <p:cmAuthor id="1252" name="chizhipan" initials="c" lastIdx="0" clrIdx="1251"/>
  <p:cmAuthor id="1253" name="ANGEEMON" initials="A" lastIdx="0" clrIdx="1252"/>
  <p:cmAuthor id="1254" name="马晓琪" initials="马" lastIdx="0" clrIdx="1253"/>
  <p:cmAuthor id="1255" name="不如归去" initials="不" lastIdx="0" clrIdx="1254"/>
  <p:cmAuthor id="1256" name="Syland " initials="S" lastIdx="0" clrIdx="1255"/>
  <p:cmAuthor id="1257" name="韩冰" initials="韩" lastIdx="0" clrIdx="1256"/>
  <p:cmAuthor id="1258" name="Isabella" initials="I" lastIdx="0" clrIdx="1257"/>
  <p:cmAuthor id="1259" name="KK Yoda" initials="K" lastIdx="0" clrIdx="1258"/>
  <p:cmAuthor id="1260" name="未知用户474" initials="未" lastIdx="0" clrIdx="1259"/>
  <p:cmAuthor id="1261" name="未知用户479" initials="未" lastIdx="0" clrIdx="1260"/>
  <p:cmAuthor id="1262" name="刘仕俭" initials="刘" lastIdx="0" clrIdx="1261"/>
  <p:cmAuthor id="1263" name="未知用户179" initials="未" lastIdx="0" clrIdx="1262"/>
  <p:cmAuthor id="1264" name="未知用户486" initials="未" lastIdx="0" clrIdx="1263"/>
  <p:cmAuthor id="1265" name="未知用户185" initials="未" lastIdx="0" clrIdx="1264"/>
  <p:cmAuthor id="1266" name="Helen Keyworth (HI)" initials="H" lastIdx="0" clrIdx="1265"/>
  <p:cmAuthor id="1267" name="Andrew Moss (HI)" initials="A" lastIdx="0" clrIdx="1266"/>
  <p:cmAuthor id="1268" name="hpguan" initials="h" lastIdx="0" clrIdx="1267"/>
  <p:cmAuthor id="1269" name="fengyuan03" initials="f" lastIdx="0" clrIdx="1268"/>
  <p:cmAuthor id="1270" name="linkplus" initials="l" lastIdx="0" clrIdx="1269"/>
  <p:cmAuthor id="1271" name="未知用户123" initials="未" lastIdx="0" clrIdx="1270"/>
  <p:cmAuthor id="1272" name="未知用户124" initials="未" lastIdx="0" clrIdx="1271"/>
  <p:cmAuthor id="1273" name="未知用户125" initials="未" lastIdx="0" clrIdx="1272"/>
  <p:cmAuthor id="1274" name="未知用户127" initials="未" lastIdx="0" clrIdx="1273"/>
  <p:cmAuthor id="1275" name="未知用户128" initials="未" lastIdx="0" clrIdx="1274"/>
  <p:cmAuthor id="1276" name="未知用户129" initials="未" lastIdx="0" clrIdx="1275"/>
  <p:cmAuthor id="1277" name="未知用户130" initials="未" lastIdx="0" clrIdx="1276"/>
  <p:cmAuthor id="1278" name="USER" initials="U" lastIdx="0" clrIdx="1277"/>
  <p:cmAuthor id="1279" name="任俊宣" initials="任" lastIdx="0" clrIdx="1278"/>
  <p:cmAuthor id="1280" name="lu" initials="l" lastIdx="0" clrIdx="1279"/>
  <p:cmAuthor id="1281" name="ysm" initials="y" lastIdx="0" clrIdx="1280"/>
  <p:cmAuthor id="1282" name="zhangcaiyun" initials="z" lastIdx="0" clrIdx="1281"/>
  <p:cmAuthor id="1283" name="ml l" initials="ml" lastIdx="0" clrIdx="1282"/>
  <p:cmAuthor id="1284" name="LHX" initials="L" lastIdx="0" clrIdx="1283"/>
  <p:cmAuthor id="1285" name="陈乐旋_zmEvvuei" initials="authorId_469441158" lastIdx="0" clrIdx="1284"/>
  <p:cmAuthor id="1286" name="柳京晖_zAFvUJNj" initials="authorId_508041670" lastIdx="0" clrIdx="1285"/>
  <p:cmAuthor id="1287" name="suifengdewawa" initials="s" lastIdx="0" clrIdx="1286"/>
  <p:cmAuthor id="1288" name="yaoyajing" initials="y" lastIdx="0" clrIdx="1287"/>
  <p:cmAuthor id="1289" name="gawen" initials="g" lastIdx="0" clrIdx="1288"/>
  <p:cmAuthor id="1290" name="yue jing" initials="yj" lastIdx="0" clrIdx="1289"/>
  <p:cmAuthor id="1291" name="ZFH" initials="Z" lastIdx="0" clrIdx="1290"/>
  <p:cmAuthor id="1292" name="zhanglele" initials="z" lastIdx="0" clrIdx="1291"/>
  <p:cmAuthor id="1293" name="Hans Neff" initials="HN" lastIdx="0" clrIdx="1292"/>
  <p:cmAuthor id="1294" name="zhangtong@cmiot.cmcc" initials="A" lastIdx="0" clrIdx="1293"/>
  <p:cmAuthor id="1295" name="李 雨桐" initials="李" lastIdx="0" clrIdx="1294"/>
  <p:cmAuthor id="1296" name="闫硕" initials="闫" lastIdx="0" clrIdx="1295"/>
  <p:cmAuthor id="1297" name="87683" initials="8" lastIdx="0" clrIdx="1296"/>
  <p:cmAuthor id="1298" name="ma yanru" initials="my" lastIdx="0" clrIdx="1297"/>
  <p:cmAuthor id="1299" name="muxiaohan" initials="m" lastIdx="0" clrIdx="1298"/>
  <p:cmAuthor id="1300" name="梁潇" initials="梁" lastIdx="0" clrIdx="1299"/>
  <p:cmAuthor id="1301" name="未知的使用者75" initials="未" lastIdx="0" clrIdx="1300"/>
  <p:cmAuthor id="1302" name="未知用户162" initials="未知用户162" lastIdx="0" clrIdx="1301"/>
  <p:cmAuthor id="1303" name="Ryan" initials="R" lastIdx="0" clrIdx="1302"/>
  <p:cmAuthor id="1304" name="z" initials="z" lastIdx="0" clrIdx="1303"/>
  <p:cmAuthor id="1305" name="未知用户1" initials="未知用户1" lastIdx="0" clrIdx="1304"/>
  <p:cmAuthor id="1306" name="未知用户3" initials="未知用户3" lastIdx="0" clrIdx="1305"/>
  <p:cmAuthor id="1307" name="wulifang" initials="wlf" lastIdx="0" clrIdx="1306"/>
  <p:cmAuthor id="1308" name="彭润" initials="彭" lastIdx="0" clrIdx="1307"/>
  <p:cmAuthor id="1309" name="gt" initials="g" lastIdx="0" clrIdx="1308"/>
  <p:cmAuthor id="1310" name="yjashley" initials="y" lastIdx="0" clrIdx="1309"/>
  <p:cmAuthor id="1311" name="p1110" initials="p" lastIdx="0" clrIdx="1310"/>
  <p:cmAuthor id="1312" name="未知的使用者207" initials="" lastIdx="0" clrIdx="1311"/>
  <p:cmAuthor id="1313" name="未知的使用者209" initials="" lastIdx="0" clrIdx="1312"/>
  <p:cmAuthor id="1314" name="未知的使用者133" initials="未" lastIdx="0" clrIdx="1313"/>
  <p:cmAuthor id="1315" name="未知用户228" initials="未" lastIdx="0" clrIdx="1314"/>
  <p:cmAuthor id="1316" name="未知用户147" initials="未" lastIdx="0" clrIdx="1315"/>
  <p:cmAuthor id="1317" name="Changing Zhuang" initials="C" lastIdx="0" clrIdx="1316"/>
  <p:cmAuthor id="1318" name="未知用户482" initials="未" lastIdx="0" clrIdx="1317"/>
  <p:cmAuthor id="1319" name="未知用户177" initials="未" lastIdx="0" clrIdx="1318"/>
  <p:cmAuthor id="1320" name="未知用户483" initials="未" lastIdx="0" clrIdx="1319"/>
  <p:cmAuthor id="1321" name="未知用户178" initials="未" lastIdx="0" clrIdx="1320"/>
  <p:cmAuthor id="1322" name="未知用户485" initials="未" lastIdx="0" clrIdx="1321"/>
  <p:cmAuthor id="1323" name="Miss 豆" initials="M" lastIdx="0" clrIdx="1322"/>
  <p:cmAuthor id="1324" name="Andrea Michels" initials="A" lastIdx="0" clrIdx="1323"/>
  <p:cmAuthor id="1325" name="Fitzpatrick, Nicole {MGAO~Basel}" initials="F" lastIdx="0" clrIdx="1324"/>
  <p:cmAuthor id="1326" name="Kate Rijnen" initials="K" lastIdx="0" clrIdx="1325"/>
  <p:cmAuthor id="1327" name="wenle369@sina.com" initials="w" lastIdx="0" clrIdx="1326"/>
  <p:cmAuthor id="1328" name="未知用户126" initials="未" lastIdx="0" clrIdx="1327"/>
  <p:cmAuthor id="1329" name="未知用户188" initials="未" lastIdx="0" clrIdx="1328"/>
  <p:cmAuthor id="1330" name="?定义" initials="?" lastIdx="0" clrIdx="1329"/>
  <p:cmAuthor id="1331" name="Wangzhi gang" initials="Wg" lastIdx="0" clrIdx="1330"/>
  <p:cmAuthor id="1332" name="lenovo" initials="l" lastIdx="0" clrIdx="1331"/>
  <p:cmAuthor id="1333" name="柴 华" initials="柴" lastIdx="0" clrIdx="1332"/>
  <p:cmAuthor id="1334" name="小曼 龙" initials="小曼" lastIdx="0" clrIdx="1333"/>
  <p:cmAuthor id="1335" name="wangq" initials="w" lastIdx="0" clrIdx="1334"/>
  <p:cmAuthor id="1336" name="wynnxu" initials="w" lastIdx="0" clrIdx="1335"/>
  <p:cmAuthor id="1337" name="xu ke" initials="x" lastIdx="0" clrIdx="1336"/>
  <p:cmAuthor id="1338" name="微信用户" initials="微" lastIdx="0" clrIdx="1337"/>
  <p:cmAuthor id="1339" name="徐晓晨_bm2mUNj6" initials="authorId_392394751" lastIdx="0" clrIdx="1338"/>
  <p:cmAuthor id="1340" name="mrtree" initials="m" lastIdx="0" clrIdx="1339"/>
  <p:cmAuthor id="1341" name="lollipop" initials="l" lastIdx="0" clrIdx="1340"/>
  <p:cmAuthor id="1342" name="wulf" initials="wulf" lastIdx="0" clrIdx="1341"/>
  <p:cmAuthor id="1343" name="1" initials="1" lastIdx="0" clrIdx="1342"/>
  <p:cmAuthor id="1344" name="laoke1984@outlook.com" initials="l" lastIdx="0" clrIdx="1343"/>
  <p:cmAuthor id="1345" name="Wen" initials="W" lastIdx="0" clrIdx="1344"/>
  <p:cmAuthor id="1346" name="未知用户22" initials="未知用户22" lastIdx="0" clrIdx="1345"/>
  <p:cmAuthor id="1347" name="JCL" initials="J" lastIdx="0" clrIdx="1346"/>
  <p:cmAuthor id="1348" name="孟 范志" initials="孟" lastIdx="0" clrIdx="1347"/>
  <p:cmAuthor id="1349" name="邢 术锋" initials="邢" lastIdx="0" clrIdx="1348"/>
  <p:cmAuthor id="1350" name="oyste" initials="o" lastIdx="0" clrIdx="1349"/>
  <p:cmAuthor id="1351" name="何 静" initials="何" lastIdx="0" clrIdx="1350"/>
  <p:cmAuthor id="1352" name="暗淡蓝点_jqAzJbAJ" initials="authorId_699151776" lastIdx="0" clrIdx="1351"/>
  <p:cmAuthor id="1353" name="Alpha" initials="α" lastIdx="0" clrIdx="1352"/>
  <p:cmAuthor id="1354" name="alpha" initials="a" lastIdx="0" clrIdx="1353"/>
  <p:cmAuthor id="1355" name="Unknown User113" initials="U" lastIdx="0" clrIdx="1354"/>
  <p:cmAuthor id="1356" name="Unknown User115" initials="U" lastIdx="0" clrIdx="1355"/>
  <p:cmAuthor id="1357" name="Unknown User116" initials="U" lastIdx="0" clrIdx="1356"/>
  <p:cmAuthor id="1358" name="未知的使用者173" initials="未" lastIdx="0" clrIdx="1357"/>
  <p:cmAuthor id="1359" name="未知的使用者161" initials="未" lastIdx="0" clrIdx="1358"/>
  <p:cmAuthor id="1360" name="未知的使用者162" initials="未" lastIdx="0" clrIdx="1359"/>
  <p:cmAuthor id="1361" name="未知的使用者146" initials="未" lastIdx="0" clrIdx="1360"/>
  <p:cmAuthor id="1362" name="未知的使用者148" initials="未" lastIdx="0" clrIdx="1361"/>
  <p:cmAuthor id="1363" name="未知的使用者225" initials="" lastIdx="0" clrIdx="1362"/>
  <p:cmAuthor id="1364" name="未知的使用者206" initials="" lastIdx="0" clrIdx="1363"/>
  <p:cmAuthor id="1365" name="未知的使用者208" initials="" lastIdx="0" clrIdx="1364"/>
  <p:cmAuthor id="1366" name="未知的使用者212" initials="" lastIdx="0" clrIdx="1365"/>
  <p:cmAuthor id="1367" name="李 芳怡" initials="李" lastIdx="0" clrIdx="1366"/>
  <p:cmAuthor id="1368" name="未知的使用者163" initials="未" lastIdx="0" clrIdx="1367"/>
  <p:cmAuthor id="1369" name="未知的使用者165" initials="未" lastIdx="0" clrIdx="1368"/>
  <p:cmAuthor id="1370" name="未知的使用者158" initials="未" lastIdx="0" clrIdx="1369"/>
  <p:cmAuthor id="1371" name="未知的使用者166" initials="未" lastIdx="0" clrIdx="1370"/>
  <p:cmAuthor id="1372" name="未知的使用者167" initials="未" lastIdx="0" clrIdx="1371"/>
  <p:cmAuthor id="1373" name="未知的使用者159" initials="未" lastIdx="0" clrIdx="1372"/>
  <p:cmAuthor id="1374" name="未知的使用者160" initials="未" lastIdx="0" clrIdx="1373"/>
  <p:cmAuthor id="1375" name="未知用户139" initials="未" lastIdx="0" clrIdx="1374"/>
  <p:cmAuthor id="1376" name="未知用户141" initials="未" lastIdx="0" clrIdx="1375"/>
  <p:cmAuthor id="1377" name="未知用户143" initials="未" lastIdx="0" clrIdx="1376"/>
  <p:cmAuthor id="1378" name="未知用户144" initials="未" lastIdx="0" clrIdx="1377"/>
  <p:cmAuthor id="1379" name="未知用户145" initials="未" lastIdx="0" clrIdx="1378"/>
  <p:cmAuthor id="1380" name="未知用户140" initials="未" lastIdx="0" clrIdx="1379"/>
  <p:cmAuthor id="1381" name="未知用户142" initials="未" lastIdx="0" clrIdx="1380"/>
  <p:cmAuthor id="1382" name="未知用户146" initials="未" lastIdx="0" clrIdx="1381"/>
  <p:cmAuthor id="1383" name="未知用户148" initials="未" lastIdx="0" clrIdx="1382"/>
  <p:cmAuthor id="1384" name="未知用户207" initials="未" lastIdx="0" clrIdx="1383"/>
  <p:cmAuthor id="1385" name="未知用户206" initials="未" lastIdx="0" clrIdx="1384"/>
  <p:cmAuthor id="1386" name="dscAdmin" initials="d" lastIdx="0" clrIdx="1385"/>
  <p:cmAuthor id="1387" name="Microsoft Office 使用者" initials="M" lastIdx="0" clrIdx="1386"/>
  <p:cmAuthor id="1388" name="未知的使用者189" initials="未" lastIdx="0" clrIdx="1387"/>
  <p:cmAuthor id="1389" name="未知的使用者192" initials="未" lastIdx="0" clrIdx="1388"/>
  <p:cmAuthor id="1390" name="未知的使用者193" initials="未" lastIdx="0" clrIdx="1389"/>
  <p:cmAuthor id="1391" name="未知用户300" initials="未" lastIdx="0" clrIdx="1390"/>
  <p:cmAuthor id="1392" name="未知用户255" initials="未" lastIdx="0" clrIdx="1391"/>
  <p:cmAuthor id="1393" name="dcis" initials="d" lastIdx="0" clrIdx="1392"/>
  <p:cmAuthor id="1394" name="未知用户212" initials="未" lastIdx="0" clrIdx="1393"/>
  <p:cmAuthor id="1395" name="nancy" initials="n" lastIdx="0" clrIdx="1394"/>
  <p:cmAuthor id="1396" name="淑美 翁" initials="淑" lastIdx="0" clrIdx="1395"/>
  <p:cmAuthor id="1397" name="ll z" initials="l" lastIdx="0" clrIdx="1396"/>
  <p:cmAuthor id="1398" name="未知用户191" initials="未" lastIdx="0" clrIdx="1397"/>
  <p:cmAuthor id="1399" name="未知用户310" initials="未" lastIdx="0" clrIdx="1398"/>
  <p:cmAuthor id="1400" name="未知的使用者202" initials="未" lastIdx="0" clrIdx="1399"/>
  <p:cmAuthor id="1401" name="未知的使用者196" initials="未" lastIdx="0" clrIdx="1400"/>
  <p:cmAuthor id="1402" name="Ying Lou" initials="Y" lastIdx="0" clrIdx="1401"/>
  <p:cmAuthor id="1403" name="刘佳佳" initials="刘" lastIdx="0" clrIdx="1402"/>
  <p:cmAuthor id="1404" name="jian Ray" initials="j" lastIdx="0" clrIdx="1403"/>
  <p:cmAuthor id="1405" name="Windows 用户" initials="W" lastIdx="0" clrIdx="1404"/>
  <p:cmAuthor id="1406" name="song xuexian" initials="sx" lastIdx="0" clrIdx="1405"/>
  <p:cmAuthor id="1407" name="刘 波岚" initials="刘" lastIdx="0" clrIdx="1406"/>
  <p:cmAuthor id="1408" name="AI" initials="A" lastIdx="0" clrIdx="1407"/>
  <p:cmAuthor id="1409" name="丰 诗朵" initials="丰" lastIdx="0" clrIdx="1408"/>
  <p:cmAuthor id="1410" name="JIANG" initials="J" lastIdx="0" clrIdx="1409"/>
  <p:cmAuthor id="1411" name="曹满玉" initials="曹" lastIdx="0" clrIdx="1410"/>
  <p:cmAuthor id="1412" name="guest_0gwc72a" initials="g" lastIdx="0" clrIdx="1411"/>
  <p:cmAuthor id="1413" name="MAJUAN" initials="M" lastIdx="0" clrIdx="1412"/>
  <p:cmAuthor id="1414" name="彭 志艺" initials="彭" lastIdx="0" clrIdx="1413"/>
  <p:cmAuthor id="1415" name="查选" initials="z" lastIdx="0" clrIdx="1414"/>
  <p:cmAuthor id="1416" name="wangxinran" initials="w" lastIdx="0" clrIdx="1415"/>
  <p:cmAuthor id="1417" name="hui guo" initials="hg" lastIdx="0" clrIdx="1416"/>
  <p:cmAuthor id="1418" name="zhishuo" initials="z" lastIdx="0" clrIdx="1417"/>
  <p:cmAuthor id="1419" name="标注" initials="B" lastIdx="0" clrIdx="1418"/>
  <p:cmAuthor id="1420" name="Lina Hang(联通上海市上海市分公司)" initials="LH" lastIdx="0" clrIdx="1419"/>
  <p:cmAuthor id="1421" name="qsl" initials="q" lastIdx="0" clrIdx="1420"/>
  <p:cmAuthor id="1422" name="未知的使用者205" initials="未" lastIdx="0" clrIdx="1421"/>
  <p:cmAuthor id="1423" name="未知的使用者195" initials="未" lastIdx="0" clrIdx="1422"/>
  <p:cmAuthor id="1424" name="李雅雯" initials="李" lastIdx="0" clrIdx="1423"/>
  <p:cmAuthor id="1425" name="Johnny Hsieh" initials="J" lastIdx="0" clrIdx="1424"/>
  <p:cmAuthor id="1426" name="未知用户256" initials="未" lastIdx="0" clrIdx="1425"/>
  <p:cmAuthor id="1427" name="蓝礼健" initials="蓝" lastIdx="0" clrIdx="1426"/>
  <p:cmAuthor id="1428" name="王 祥如" initials="王" lastIdx="0" clrIdx="1427"/>
  <p:cmAuthor id="1429" name="Unknown User114" initials="U" lastIdx="0" clrIdx="1428"/>
  <p:cmAuthor id="1430" name="Unknown User111" initials="U" lastIdx="0" clrIdx="1429"/>
  <p:cmAuthor id="1431" name="Unknown User69" initials="U" lastIdx="0" clrIdx="1430"/>
  <p:cmAuthor id="1432" name="未知的使用者169" initials="未" lastIdx="0" clrIdx="1431"/>
  <p:cmAuthor id="1433" name="未知的使用者182" initials="未" lastIdx="0" clrIdx="1432"/>
  <p:cmAuthor id="1434" name="sharon" initials="s" lastIdx="0" clrIdx="1433"/>
  <p:cmAuthor id="1435" name="Ted Su" initials="" lastIdx="0" clrIdx="1434"/>
  <p:cmAuthor id="1436" name="未知用户85" initials="未" lastIdx="0" clrIdx="1435"/>
  <p:cmAuthor id="1437" name="未知用户218" initials="未" lastIdx="0" clrIdx="1436"/>
  <p:cmAuthor id="1438" name="未知用户344" initials="未" lastIdx="0" clrIdx="1437"/>
  <p:cmAuthor id="1439" name="未知用户345" initials="未" lastIdx="0" clrIdx="1438"/>
  <p:cmAuthor id="1440" name="未知的使用者223" initials="" lastIdx="0" clrIdx="1439"/>
  <p:cmAuthor id="1441" name="未知的使用者232" initials="" lastIdx="0" clrIdx="1440"/>
  <p:cmAuthor id="1442" name="dsq" initials="d" lastIdx="0" clrIdx="1441"/>
  <p:cmAuthor id="1443" name="李慧玲" initials="李" lastIdx="0" clrIdx="1442"/>
  <p:cmAuthor id="1444" name="刘 毅" initials="刘" lastIdx="0" clrIdx="1443"/>
  <p:cmAuthor id="1445" name="ThinkPad" initials="T" lastIdx="0" clrIdx="1444"/>
  <p:cmAuthor id="1446" name="邓慧军_iEria2QR" initials="authorId_511825484" lastIdx="0" clrIdx="1445"/>
  <p:cmAuthor id="1447" name="郭英男" initials="gyn" lastIdx="0" clrIdx="1446"/>
  <p:cmAuthor id="1448" name="施若姮" initials="施" lastIdx="0" clrIdx="1447"/>
  <p:cmAuthor id="1449" name="8310" initials="8" lastIdx="0" clrIdx="1448"/>
  <p:cmAuthor id="1450" name="13910" initials="1" lastIdx="0" clrIdx="1449"/>
  <p:cmAuthor id="1451" name="Leo.Lee" initials="L" lastIdx="0" clrIdx="1450"/>
  <p:cmAuthor id="1452" name="张馨玲" initials="张" lastIdx="0" clrIdx="1451"/>
  <p:cmAuthor id="1453" name="User" initials="U" lastIdx="0" clrIdx="1452"/>
  <p:cmAuthor id="1454" name="Qlstc" initials="Q" lastIdx="0" clrIdx="1453"/>
  <p:cmAuthor id="1455" name="泾伦" initials="泾伦" lastIdx="0" clrIdx="1454"/>
  <p:cmAuthor id="1456" name="A6910@365ms.vip" initials="A" lastIdx="0" clrIdx="1455"/>
  <p:cmAuthor id="1457" name="su liqin" initials="sl" lastIdx="0" clrIdx="1456"/>
  <p:cmAuthor id="1458" name="Sun" initials="S" lastIdx="0" clrIdx="1457"/>
  <p:cmAuthor id="1459" name="Ruotian" initials="R" lastIdx="0" clrIdx="1458"/>
  <p:cmAuthor id="1460" name="you xiaoyu" initials="yx" lastIdx="0" clrIdx="1459"/>
  <p:cmAuthor id="1461" name="10307" initials="1" lastIdx="0" clrIdx="1460"/>
  <p:cmAuthor id="1462" name="李 里" initials="李" lastIdx="0" clrIdx="1461"/>
  <p:cmAuthor id="1463" name="小 红马" initials="小" lastIdx="0" clrIdx="1462"/>
  <p:cmAuthor id="1464" name="zhou" initials="6" lastIdx="0" clrIdx="1463"/>
  <p:cmAuthor id="1465" name="周 周" initials="周周" lastIdx="0" clrIdx="1464"/>
  <p:cmAuthor id="1466" name="Stone.Xuan" initials="S" lastIdx="0" clrIdx="1465"/>
  <p:cmAuthor id="1467" name="马红" initials="" lastIdx="0" clrIdx="1466"/>
  <p:cmAuthor id="1468" name="苏娜" initials="苏" lastIdx="0" clrIdx="1467"/>
  <p:cmAuthor id="1469" name="杨彦伟" initials="" lastIdx="0" clrIdx="1468"/>
  <p:cmAuthor id="1470" name="邸菁" initials="邸" lastIdx="0" clrIdx="1469"/>
  <p:cmAuthor id="1471" name="叶滔" initials="" lastIdx="0" clrIdx="1470"/>
  <p:cmAuthor id="1472" name="mengshun" initials="" lastIdx="0" clrIdx="1471"/>
  <p:cmAuthor id="1473" name="chenjing" initials="c" lastIdx="0" clrIdx="1472"/>
  <p:cmAuthor id="1474" name="molij" initials="m" lastIdx="0" clrIdx="1473"/>
  <p:cmAuthor id="1475" name="zfree" initials="z" lastIdx="0" clrIdx="1474"/>
  <p:cmAuthor id="1476" name="Jiajia Wen (Bei Jing Di Mei Jia Yi Shu Ju)" initials="JW(JDMJYSJ" lastIdx="0" clrIdx="1475"/>
  <p:cmAuthor id="1477" name="C5124792" initials="C" lastIdx="0" clrIdx="1476"/>
  <p:cmAuthor id="1478" name="管理员" initials="管" lastIdx="0" clrIdx="1477"/>
  <p:cmAuthor id="1479" name="lewyZ" initials="l" lastIdx="0" clrIdx="1478"/>
  <p:cmAuthor id="1480" name="wujing" initials="w" lastIdx="0" clrIdx="1479"/>
  <p:cmAuthor id="1481" name="jiazihan" initials="j" lastIdx="0" clrIdx="1480"/>
  <p:cmAuthor id="1482" name="LIUSHOULONG" initials="L" lastIdx="0" clrIdx="1481"/>
  <p:cmAuthor id="1483" name="liyafei" initials="l" lastIdx="0" clrIdx="1482"/>
  <p:cmAuthor id="1484" name="YM.Leo" initials="Y" lastIdx="0" clrIdx="1483"/>
  <p:cmAuthor id="1485" name="吕喜龙" initials="" lastIdx="0" clrIdx="1484"/>
  <p:cmAuthor id="1486" name="andres.x.gomez" initials="" lastIdx="0" clrIdx="1485"/>
  <p:cmAuthor id="1487" name="王志虎" initials="" lastIdx="0" clrIdx="1486"/>
  <p:cmAuthor id="1488" name="gtmc" initials="" lastIdx="0" clrIdx="1487"/>
  <p:cmAuthor id="1489" name="李明" initials="" lastIdx="0" clrIdx="1488"/>
  <p:cmAuthor id="1490" name="KSOGZD21000128" initials="K" lastIdx="0" clrIdx="1489"/>
  <p:cmAuthor id="1491" name="Lzy" initials="" lastIdx="0" clrIdx="1490"/>
  <p:cmAuthor id="1492" name="LTR" initials="L" lastIdx="0" clrIdx="1491"/>
  <p:cmAuthor id="1493" name="赵琦" initials="" lastIdx="0" clrIdx="1492"/>
  <p:cmAuthor id="1494" name="shinewang" initials="s" lastIdx="0" clrIdx="1493"/>
  <p:cmAuthor id="1495" name="番茄花园" initials="" lastIdx="0" clrIdx="1494"/>
  <p:cmAuthor id="1496" name="吕冰鑫" initials="" lastIdx="0" clrIdx="1495"/>
  <p:cmAuthor id="1497" name="evil" initials="" lastIdx="0" clrIdx="1496"/>
  <p:cmAuthor id="1498" name="吕志勇" initials="" lastIdx="0" clrIdx="1497"/>
  <p:cmAuthor id="1499" name="王轶男_nUfqUfu2" initials="authorId_1483972168" lastIdx="0" clrIdx="1498"/>
  <p:cmAuthor id="1500" name="何已龙" initials="" lastIdx="0" clrIdx="1499"/>
  <p:cmAuthor id="1501" name="吃草的兔子_QZNvQfi2" initials="authorId_436530797" lastIdx="0" clrIdx="1500"/>
  <p:cmAuthor id="1502" name="余志宝" initials="" lastIdx="0" clrIdx="1501"/>
  <p:cmAuthor id="1503" name="钱骥华_uMVbYNJf" initials="authorId_1246698148" lastIdx="0" clrIdx="1502"/>
  <p:cmAuthor id="1504" name="叶得会" initials="" lastIdx="0" clrIdx="1503"/>
  <p:cmAuthor id="1505" name="路迎雪_6Bb2niuE" initials="authorId_220367245" lastIdx="0" clrIdx="1504"/>
  <p:cmAuthor id="1506" name="苏" initials="苏" lastIdx="0" clrIdx="1505"/>
  <p:cmAuthor id="1507" name="王向妮" initials="" lastIdx="0" clrIdx="1506"/>
  <p:cmAuthor id="1508" name="Azfar Mir" initials="" lastIdx="0" clrIdx="1507"/>
  <p:cmAuthor id="1509" name="王伟" initials="" lastIdx="0" clrIdx="1508"/>
  <p:cmAuthor id="1510" name="姜亚荣" initials="" lastIdx="0" clrIdx="1509"/>
  <p:cmAuthor id="1511" name="杨晶" initials="" lastIdx="0" clrIdx="1510"/>
  <p:cmAuthor id="1512" name="李臻_jiai6ZRr" initials="authorId_192999303" lastIdx="0" clrIdx="1511"/>
  <p:cmAuthor id="1513" name="田亚林+_vEn2feIZ" initials="authorId_385966644" lastIdx="0" clrIdx="1512"/>
  <p:cmAuthor id="1514" name="马静" initials="" lastIdx="0" clrIdx="1513"/>
  <p:cmAuthor id="1515" name="孙军_a2y2UrEv" initials="authorId_524475945" lastIdx="0" clrIdx="1514"/>
  <p:cmAuthor id="1516" name="刘艳龙" initials="" lastIdx="0" clrIdx="1515"/>
  <p:cmAuthor id="1517" name="李天骄" initials="" lastIdx="0" clrIdx="1516"/>
  <p:cmAuthor id="1518" name="chunsong_hu" initials="" lastIdx="0" clrIdx="1517"/>
  <p:cmAuthor id="1519" name="张杰" initials="" lastIdx="0" clrIdx="1518"/>
  <p:cmAuthor id="1520" name="杨艳霞" initials="" lastIdx="0" clrIdx="1519"/>
  <p:cmAuthor id="1521" name="rq fan" initials="" lastIdx="0" clrIdx="1520"/>
  <p:cmAuthor id="1522" name="李永欣" initials="" lastIdx="0" clrIdx="1521"/>
  <p:cmAuthor id="1523" name="宋俭" initials="" lastIdx="0" clrIdx="1522"/>
  <p:cmAuthor id="1524" name="许弘扬" initials="" lastIdx="0" clrIdx="1523"/>
  <p:cmAuthor id="1525" name="未知用户30" initials="" lastIdx="0" clrIdx="1524"/>
  <p:cmAuthor id="1526" name="未知用户12" initials="" lastIdx="0" clrIdx="1525"/>
  <p:cmAuthor id="1527" name="郝崇" initials="" lastIdx="0" clrIdx="1526"/>
  <p:cmAuthor id="1528" name="吴杰" initials="" lastIdx="0" clrIdx="1527"/>
  <p:cmAuthor id="1529" name="刘丽仙" initials="" lastIdx="0" clrIdx="1528"/>
  <p:cmAuthor id="1530" name="贡鑫" initials="" lastIdx="0" clrIdx="1529"/>
  <p:cmAuthor id="1531" name="administrator1" initials="" lastIdx="0" clrIdx="1530"/>
  <p:cmAuthor id="1532" name="杜雪梅" initials="" lastIdx="0" clrIdx="1531"/>
  <p:cmAuthor id="1533" name="lijin" initials="" lastIdx="0" clrIdx="1532"/>
  <p:cmAuthor id="1534" name="贾清山" initials="" lastIdx="0" clrIdx="1533"/>
  <p:cmAuthor id="1535" name="陈桂枝" initials="" lastIdx="0" clrIdx="1534"/>
  <p:cmAuthor id="1536" name="未知用户" initials="" lastIdx="0" clrIdx="1535"/>
  <p:cmAuthor id="1537" name="新萝卜家园" initials="" lastIdx="0" clrIdx="1536"/>
  <p:cmAuthor id="1538" name="李正" initials="" lastIdx="0" clrIdx="1537"/>
  <p:cmAuthor id="1539" name="吴铭锐" initials="" lastIdx="0" clrIdx="1538"/>
  <p:cmAuthor id="1540" name="孟祥超" initials="" lastIdx="0" clrIdx="1539"/>
  <p:cmAuthor id="1541" name="陶川" initials="" lastIdx="0" clrIdx="1540"/>
  <p:cmAuthor id="1542" name="周开雷" initials="" lastIdx="0" clrIdx="1541"/>
  <p:cmAuthor id="1543" name="lx" initials="" lastIdx="0" clrIdx="1542"/>
  <p:cmAuthor id="1544" name="赵兰玉" initials="" lastIdx="0" clrIdx="1543"/>
  <p:cmAuthor id="1545" name="李振宇" initials="" lastIdx="0" clrIdx="1544"/>
  <p:cmAuthor id="1546" name="邹洋" initials="" lastIdx="0" clrIdx="1545"/>
  <p:cmAuthor id="1547" name="yangkun" initials="" lastIdx="0" clrIdx="1546"/>
  <p:cmAuthor id="1548" name="Lenovo User" initials="" lastIdx="0" clrIdx="1547"/>
  <p:cmAuthor id="1549" name="hys2" initials="" lastIdx="0" clrIdx="1548"/>
  <p:cmAuthor id="1550" name="朱绍春" initials="" lastIdx="0" clrIdx="1549"/>
  <p:cmAuthor id="1551" name="朱悦龙" initials="" lastIdx="0" clrIdx="1550"/>
  <p:cmAuthor id="1552" name="吴铁映" initials="" lastIdx="0" clrIdx="1551"/>
  <p:cmAuthor id="1553" name="ZQ" initials="" lastIdx="0" clrIdx="1552"/>
  <p:cmAuthor id="1554" name="HYZL05" initials="" lastIdx="0" clrIdx="1553"/>
  <p:cmAuthor id="1555" name="陈尚文" initials="" lastIdx="0" clrIdx="1554"/>
  <p:cmAuthor id="1556" name="张宏伟" initials="" lastIdx="0" clrIdx="1555"/>
  <p:cmAuthor id="1557" name="Yuan Hu" initials="" lastIdx="0" clrIdx="1556"/>
  <p:cmAuthor id="1558" name="张静" initials="" lastIdx="0" clrIdx="1557"/>
  <p:cmAuthor id="1559" name="李威" initials="" lastIdx="0" clrIdx="1558"/>
  <p:cmAuthor id="1560" name="李百秋" initials="" lastIdx="0" clrIdx="1559"/>
  <p:cmAuthor id="1561" name="张立鑫" initials="" lastIdx="0" clrIdx="1560"/>
  <p:cmAuthor id="1562" name="jgj" initials="" lastIdx="0" clrIdx="1561"/>
  <p:cmAuthor id="1563" name="杨静" initials="" lastIdx="0" clrIdx="1562"/>
  <p:cmAuthor id="1564" name="包珊珊" initials="" lastIdx="0" clrIdx="1563"/>
  <p:cmAuthor id="1565" name="YuQing" initials="" lastIdx="0" clrIdx="1564"/>
  <p:cmAuthor id="1566" name="Youwen Sun" initials="" lastIdx="0" clrIdx="1565"/>
  <p:cmAuthor id="1567" name="未知" initials="" lastIdx="0" clrIdx="1566"/>
  <p:cmAuthor id="1568" name="周满红" initials="" lastIdx="0" clrIdx="1567"/>
  <p:cmAuthor id="1569" name="李丽华" initials="" lastIdx="0" clrIdx="1568"/>
  <p:cmAuthor id="1570" name="张惠" initials="" lastIdx="0" clrIdx="1569"/>
  <p:cmAuthor id="1571" name="Ying Li" initials="" lastIdx="0" clrIdx="1570"/>
  <p:cmAuthor id="1572" name="魏永生" initials="" lastIdx="0" clrIdx="1571"/>
  <p:cmAuthor id="1573" name="Zhou, Judy" initials="" lastIdx="0" clrIdx="1572"/>
  <p:cmAuthor id="1574" name="张钦" initials="" lastIdx="0" clrIdx="1573"/>
  <p:cmAuthor id="1575" name="nine" initials="" lastIdx="0" clrIdx="1574"/>
  <p:cmAuthor id="1576" name="涛娜" initials="" lastIdx="0" clrIdx="1575"/>
  <p:cmAuthor id="1577" name="侯 林" initials="" lastIdx="0" clrIdx="1576"/>
  <p:cmAuthor id="1578" name="郝志永" initials="" lastIdx="0" clrIdx="1577"/>
  <p:cmAuthor id="1579" name="hyrx05" initials="" lastIdx="0" clrIdx="1578"/>
  <p:cmAuthor id="1580" name="徐仕超" initials="" lastIdx="0" clrIdx="1579"/>
  <p:cmAuthor id="1581" name="王梓合" initials="" lastIdx="0" clrIdx="1580"/>
  <p:cmAuthor id="1582" name="ADMINIBM" initials="" lastIdx="0" clrIdx="1581"/>
  <p:cmAuthor id="1583" name="zyf" initials="" lastIdx="0" clrIdx="1582"/>
  <p:cmAuthor id="1584" name="Chris Kou" initials="" lastIdx="0" clrIdx="1583"/>
  <p:cmAuthor id="1585" name="未知用户54" initials="" lastIdx="0" clrIdx="1584"/>
  <p:cmAuthor id="1586" name="宋少霞" initials="" lastIdx="0" clrIdx="1585"/>
  <p:cmAuthor id="1587" name="光启" initials="" lastIdx="0" clrIdx="1586"/>
  <p:cmAuthor id="1588" name="原鹏" initials="" lastIdx="0" clrIdx="1587"/>
  <p:cmAuthor id="1589" name="郑廷东" initials="" lastIdx="0" clrIdx="1588"/>
  <p:cmAuthor id="1590" name="张田田" initials="" lastIdx="0" clrIdx="1589"/>
  <p:cmAuthor id="1591" name="zixuan jia" initials="" lastIdx="0" clrIdx="1590"/>
  <p:cmAuthor id="1592" name="周鑫" initials="" lastIdx="0" clrIdx="1591"/>
  <p:cmAuthor id="1593" name="于静" initials="" lastIdx="0" clrIdx="1592"/>
  <p:cmAuthor id="1594" name="郭 里芬" initials="" lastIdx="0" clrIdx="1593"/>
  <p:cmAuthor id="1595" name="acer1" initials="" lastIdx="0" clrIdx="1594"/>
  <p:cmAuthor id="1596" name="张永玲" initials="" lastIdx="0" clrIdx="1595"/>
  <p:cmAuthor id="1597" name="LEO L" initials="" lastIdx="0" clrIdx="1596"/>
  <p:cmAuthor id="1598" name="李勇" initials="" lastIdx="0" clrIdx="1597"/>
  <p:cmAuthor id="1599" name="冯帅" initials="" lastIdx="0" clrIdx="1598"/>
  <p:cmAuthor id="1600" name="侯雪飞" initials="" lastIdx="0" clrIdx="1599"/>
  <p:cmAuthor id="1601" name="张利英" initials="" lastIdx="0" clrIdx="1600"/>
  <p:cmAuthor id="1602" name="liu yj" initials="" lastIdx="0" clrIdx="1601"/>
  <p:cmAuthor id="1603" name="谭涛" initials="" lastIdx="0" clrIdx="1602"/>
  <p:cmAuthor id="1604" name="scx" initials="" lastIdx="0" clrIdx="1603"/>
  <p:cmAuthor id="1605" name="qinghui han" initials="" lastIdx="0" clrIdx="1604"/>
  <p:cmAuthor id="1606" name="未知用户138" initials="" lastIdx="0" clrIdx="1605"/>
  <p:cmAuthor id="1607" name="毕军(0212009)" initials="" lastIdx="0" clrIdx="1606"/>
  <p:cmAuthor id="1608" name="王志刚" initials="" lastIdx="0" clrIdx="1607"/>
  <p:cmAuthor id="1609" name="徐光宇" initials="" lastIdx="0" clrIdx="1608"/>
  <p:cmAuthor id="1610" name="mac" initials="" lastIdx="0" clrIdx="1609"/>
  <p:cmAuthor id="1611" name="Liu, Leo (MBSHR cs)" initials="" lastIdx="0" clrIdx="1610"/>
  <p:cmAuthor id="1612" name="董威" initials="" lastIdx="0" clrIdx="1611"/>
  <p:cmAuthor id="1613" name="张艳芳" initials="" lastIdx="0" clrIdx="1612"/>
  <p:cmAuthor id="1614" name="志斌 杜" initials="" lastIdx="0" clrIdx="1613"/>
  <p:cmAuthor id="1615" name="赵洪丹" initials="" lastIdx="0" clrIdx="1614"/>
  <p:cmAuthor id="1616" name="????" initials="" lastIdx="0" clrIdx="1615"/>
  <p:cmAuthor id="1617" name="刘" initials="" lastIdx="0" clrIdx="1616"/>
  <p:cmAuthor id="1618" name="张德胜" initials="" lastIdx="0" clrIdx="1617"/>
  <p:cmAuthor id="1619" name="张" initials="" lastIdx="0" clrIdx="1618"/>
  <p:cmAuthor id="1620" name="赵丽丽" initials="" lastIdx="0" clrIdx="1619"/>
  <p:cmAuthor id="1621" name="周建文" initials="" lastIdx="0" clrIdx="1620"/>
  <p:cmAuthor id="1622" name="广东伊利" initials="" lastIdx="0" clrIdx="1621"/>
  <p:cmAuthor id="1623" name="毛香勤" initials="" lastIdx="0" clrIdx="1622"/>
  <p:cmAuthor id="1624" name="朱彩霞" initials="" lastIdx="0" clrIdx="1623"/>
  <p:cmAuthor id="1625" name="王婷慧" initials="" lastIdx="0" clrIdx="1624"/>
  <p:cmAuthor id="1626" name="Anastasiya Ladoshkina" initials="" lastIdx="0" clrIdx="1625"/>
  <p:cmAuthor id="1627" name="卢思佳" initials="卢" lastIdx="0" clrIdx="1626"/>
  <p:cmAuthor id="1628" name="未知用户86" initials="" lastIdx="0" clrIdx="1627"/>
  <p:cmAuthor id="1629" name="熊俊阳_JVbuRZzi" initials="authorId_369679057" lastIdx="0" clrIdx="1628"/>
  <p:cmAuthor id="1630" name="李刚" initials="" lastIdx="0" clrIdx="1629"/>
  <p:cmAuthor id="1631" name="于晖_zy632mY3" initials="authorId_387757713" lastIdx="0" clrIdx="1630"/>
  <p:cmAuthor id="1632" name="段振华" initials="" lastIdx="0" clrIdx="1631"/>
  <p:cmAuthor id="1633" name="黄祖莹_26zuAbim" initials="authorId_191251549" lastIdx="0" clrIdx="1632"/>
  <p:cmAuthor id="1634" name="沈永强" initials="" lastIdx="0" clrIdx="1633"/>
  <p:cmAuthor id="1635" name="刘烟瑞_ZbmqqauY" initials="authorId_1528848811" lastIdx="0" clrIdx="1634"/>
  <p:cmAuthor id="1636" name="10009110" initials="1" lastIdx="0" clrIdx="1635"/>
  <p:cmAuthor id="1637" name="WPS" initials="W" lastIdx="0" clrIdx="1636"/>
  <p:cmAuthor id="1638" name="lidonghao" initials="l" lastIdx="0" clrIdx="1637"/>
  <p:cmAuthor id="1639" name="zx" initials="" lastIdx="0" clrIdx="1638"/>
  <p:cmAuthor id="1640" name="X Z" initials="XZ" lastIdx="0" clrIdx="1639"/>
  <p:cmAuthor id="1641" name="马云飞10014438" initials="马" lastIdx="0" clrIdx="1640"/>
  <p:cmAuthor id="1642" name="ZhangqQi" initials="" lastIdx="0" clrIdx="1641"/>
  <p:cmAuthor id="1643" name="未知的使用者15" initials="未" lastIdx="0" clrIdx="1642"/>
  <p:cmAuthor id="1644" name="13811" initials="1" lastIdx="0" clrIdx="1643"/>
  <p:cmAuthor id="1645" name="fwx29683" initials="f" lastIdx="0" clrIdx="1644"/>
  <p:cmAuthor id="1646" name="ZJK" initials="Z" lastIdx="0" clrIdx="1645"/>
  <p:cmAuthor id="1647" name="clj" initials="c" lastIdx="0" clrIdx="1646"/>
  <p:cmAuthor id="1648" name="10181563" initials="1" lastIdx="0" clrIdx="1647"/>
  <p:cmAuthor id="1649" name="00196605" initials="0" lastIdx="0" clrIdx="1648"/>
  <p:cmAuthor id="1650" name="Y Y" initials="Y" lastIdx="0" clrIdx="1649"/>
  <p:cmAuthor id="1651" name="hm" initials="h" lastIdx="0" clrIdx="1650"/>
  <p:cmAuthor id="1652" name="王元" initials="R" lastIdx="0" clrIdx="1651"/>
  <p:cmAuthor id="1653" name="kevin.huang" initials="k" lastIdx="0" clrIdx="1652"/>
  <p:cmAuthor id="1654" name="韩剑侠" initials="P" lastIdx="0" clrIdx="1653"/>
  <p:cmAuthor id="1655" name="孙 笑庆" initials="孙" lastIdx="0" clrIdx="1654"/>
  <p:cmAuthor id="1656" name="施旻" initials="施" lastIdx="0" clrIdx="1655"/>
  <p:cmAuthor id="1657" name="Chengli" initials="C" lastIdx="0" clrIdx="1656"/>
  <p:cmAuthor id="1658" name="DaiZhengYuan" initials="D" lastIdx="0" clrIdx="1657"/>
  <p:cmAuthor id="1659" name="IrisH" initials="I" lastIdx="0" clrIdx="1658"/>
  <p:cmAuthor id="1660" name="王渝斐" initials="王" lastIdx="0" clrIdx="1659"/>
  <p:cmAuthor id="1661" name="xinping liu" initials="xl" lastIdx="0" clrIdx="1660"/>
  <p:cmAuthor id="1662" name="zxc" initials="z" lastIdx="0" clrIdx="1661"/>
  <p:cmAuthor id="1663" name="Sky123.Org" initials="" lastIdx="0" clrIdx="1662"/>
  <p:cmAuthor id="1664" name="Chen" initials="C" lastIdx="0" clrIdx="1663"/>
  <p:cmAuthor id="1665" name="未知用户38" initials="未" lastIdx="0" clrIdx="1664"/>
  <p:cmAuthor id="1666" name="刘晓杨" initials="刘" lastIdx="0" clrIdx="1665"/>
  <p:cmAuthor id="1667" name="91huhang" initials="9" lastIdx="0" clrIdx="1666"/>
  <p:cmAuthor id="1668" name="Dizzy" initials="D" lastIdx="0" clrIdx="1667"/>
  <p:cmAuthor id="1669" name="alen" initials="a" lastIdx="0" clrIdx="1668"/>
  <p:cmAuthor id="1670" name="lixiao" initials="l" lastIdx="0" clrIdx="1669"/>
  <p:cmAuthor id="1671" name="cuibo" initials="c" lastIdx="0" clrIdx="1670"/>
  <p:cmAuthor id="1672" name="zougn" initials="z" lastIdx="0" clrIdx="1671"/>
  <p:cmAuthor id="1673" name="zhaoyuan" initials="z" lastIdx="0" clrIdx="1672"/>
  <p:cmAuthor id="1674" name="YangTing" initials="Y" lastIdx="0" clrIdx="1673"/>
  <p:cmAuthor id="1675" name="未知用户336" initials="未" lastIdx="0" clrIdx="1674"/>
  <p:cmAuthor id="1676" name="未知用户320" initials="未" lastIdx="0" clrIdx="1675"/>
  <p:cmAuthor id="1677" name="RuanDi" initials="R" lastIdx="0" clrIdx="1676"/>
  <p:cmAuthor id="1678" name="未知用户328" initials="未" lastIdx="0" clrIdx="1677"/>
  <p:cmAuthor id="1679" name="localadmin" initials="l" lastIdx="0" clrIdx="1678"/>
  <p:cmAuthor id="1680" name="陈 橙橙" initials="陈" lastIdx="0" clrIdx="1679"/>
  <p:cmAuthor id="1681" name="WHTP" initials="W" lastIdx="0" clrIdx="1680"/>
  <p:cmAuthor id="1682" name="w" initials="w" lastIdx="0" clrIdx="1681"/>
  <p:cmAuthor id="1683" name="Hi_ Young" initials="H" lastIdx="0" clrIdx="1682"/>
  <p:cmAuthor id="1684" name="Jinyi" initials="J" lastIdx="0" clrIdx="1683"/>
  <p:cmAuthor id="1685" name="gao yu" initials="g" lastIdx="0" clrIdx="1684"/>
  <p:cmAuthor id="1686" name="tpxiao" initials="t" lastIdx="0" clrIdx="1685"/>
  <p:cmAuthor id="1687" name="杨涛-lah" initials="杨" lastIdx="0" clrIdx="1686"/>
  <p:cmAuthor id="1688" name="kp l" initials="k" lastIdx="0" clrIdx="1687"/>
  <p:cmAuthor id="1689" name="asuse" initials="a" lastIdx="0" clrIdx="1688"/>
  <p:cmAuthor id="1690" name="未知用户335" initials="未" lastIdx="0" clrIdx="1689"/>
  <p:cmAuthor id="1691" name="姜文静" initials="姜" lastIdx="0" clrIdx="1690"/>
  <p:cmAuthor id="1692" name="陈依依" initials="陈" lastIdx="0" clrIdx="1691"/>
  <p:cmAuthor id="1693" name="未知用户273" initials="未" lastIdx="0" clrIdx="1692"/>
  <p:cmAuthor id="1694" name="dingenshi" initials="d" lastIdx="0" clrIdx="1693"/>
  <p:cmAuthor id="1695" name="未知用户229" initials="未" lastIdx="0" clrIdx="1694"/>
  <p:cmAuthor id="1696" name="未知用户274" initials="未" lastIdx="0" clrIdx="1695"/>
  <p:cmAuthor id="1697" name="未知用户238" initials="未" lastIdx="0" clrIdx="1696"/>
  <p:cmAuthor id="1698" name="陈静雯" initials="陈" lastIdx="0" clrIdx="1697"/>
  <p:cmAuthor id="1699" name="未知用户2" initials="未" lastIdx="0" clrIdx="1698"/>
  <p:cmAuthor id="1700" name="wlj352" initials="w" lastIdx="0" clrIdx="1699"/>
  <p:cmAuthor id="1701" name="ZhangYu" initials="Z" lastIdx="0" clrIdx="1700"/>
  <p:cmAuthor id="1702" name="jing.xue" initials="j" lastIdx="0" clrIdx="1701"/>
  <p:cmAuthor id="1703" name="levy" initials="l" lastIdx="0" clrIdx="1702"/>
  <p:cmAuthor id="1704" name="grace" initials="g" lastIdx="0" clrIdx="1703"/>
  <p:cmAuthor id="1705" name="刘思蜀" initials="刘" lastIdx="0" clrIdx="1704"/>
  <p:cmAuthor id="1706" name="tkqd" initials="t" lastIdx="0" clrIdx="1705"/>
  <p:cmAuthor id="1707" name="未知用户247" initials="未" lastIdx="0" clrIdx="1706"/>
  <p:cmAuthor id="1708" name="HaoshuaiWu" initials="H" lastIdx="0" clrIdx="1707"/>
  <p:cmAuthor id="1709" name="w00100437" initials="w" lastIdx="0" clrIdx="1708"/>
  <p:cmAuthor id="1710" name="zhaoling23" initials="z" lastIdx="0" clrIdx="1709"/>
  <p:cmAuthor id="1711" name="未知用户251" initials="未" lastIdx="0" clrIdx="1710"/>
  <p:cmAuthor id="1712" name="方方" initials="方" lastIdx="0" clrIdx="1711"/>
  <p:cmAuthor id="1713" name="未知用户252" initials="未" lastIdx="0" clrIdx="1712"/>
  <p:cmAuthor id="1714" name="tuhh" initials="t" lastIdx="0" clrIdx="1713"/>
  <p:cmAuthor id="1715" name="未知用户253" initials="未" lastIdx="0" clrIdx="1714"/>
  <p:cmAuthor id="1716" name="江涛 李" initials="江" lastIdx="0" clrIdx="1715"/>
  <p:cmAuthor id="1717" name="未知用户254" initials="未" lastIdx="0" clrIdx="1716"/>
  <p:cmAuthor id="1718" name="zhenwb" initials="z" lastIdx="0" clrIdx="1717"/>
  <p:cmAuthor id="1719" name="jxgy15" initials="j" lastIdx="0" clrIdx="1718"/>
  <p:cmAuthor id="1720" name="H1900" initials="H" lastIdx="0" clrIdx="1719"/>
  <p:cmAuthor id="1721" name="王航" initials="王" lastIdx="0" clrIdx="1720"/>
  <p:cmAuthor id="1722" name="未知用户275" initials="未" lastIdx="0" clrIdx="1721"/>
  <p:cmAuthor id="1723" name="Microsoft" initials="M" lastIdx="0" clrIdx="1722"/>
  <p:cmAuthor id="1724" name="未知用户264" initials="未" lastIdx="0" clrIdx="1723"/>
  <p:cmAuthor id="1725" name="王怀璋" initials="王" lastIdx="0" clrIdx="1724"/>
  <p:cmAuthor id="1726" name="lenovo0" initials="l" lastIdx="0" clrIdx="1725"/>
  <p:cmAuthor id="1727" name="Tracy" initials="T" lastIdx="0" clrIdx="1726"/>
  <p:cmAuthor id="1728" name="yangdi" initials="y" lastIdx="0" clrIdx="1727"/>
  <p:cmAuthor id="1729" name="未知用户193" initials="未" lastIdx="0" clrIdx="1728"/>
  <p:cmAuthor id="1730" name="sunxp002" initials="s" lastIdx="0" clrIdx="1729"/>
  <p:cmAuthor id="1731" name="吴晓梅" initials="吴" lastIdx="0" clrIdx="1730"/>
  <p:cmAuthor id="1732" name="未知用户358" initials="未" lastIdx="0" clrIdx="1731"/>
  <p:cmAuthor id="1733" name="未知用户359" initials="未" lastIdx="0" clrIdx="1732"/>
  <p:cmAuthor id="1734" name="QBOSSCHEN" initials="Q" lastIdx="0" clrIdx="1733"/>
  <p:cmAuthor id="1735" name="未知用户360" initials="未" lastIdx="0" clrIdx="1734"/>
  <p:cmAuthor id="1736" name="未知用户361" initials="未" lastIdx="0" clrIdx="1735"/>
  <p:cmAuthor id="1737" name="未知用户364" initials="未" lastIdx="0" clrIdx="1736"/>
  <p:cmAuthor id="1738" name="未知用户37" initials="未" lastIdx="0" clrIdx="1737"/>
  <p:cmAuthor id="1739" name="未知用户307" initials="未" lastIdx="0" clrIdx="1738"/>
  <p:cmAuthor id="1740" name="未知用户39" initials="未" lastIdx="0" clrIdx="1739"/>
  <p:cmAuthor id="1741" name="pangxw01" initials="p" lastIdx="0" clrIdx="1740"/>
  <p:cmAuthor id="1742" name="Calvin G" initials="C" lastIdx="0" clrIdx="1741"/>
  <p:cmAuthor id="1743" name="未知用户329" initials="未" lastIdx="0" clrIdx="1742"/>
  <p:cmAuthor id="1744" name="张莹" initials="张" lastIdx="0" clrIdx="1743"/>
  <p:cmAuthor id="1745" name="MC SYSTEM" initials="M" lastIdx="0" clrIdx="1744"/>
  <p:cmAuthor id="1746" name="未知用户334" initials="未" lastIdx="0" clrIdx="1745"/>
  <p:cmAuthor id="1747" name="spring_ren" initials="s" lastIdx="0" clrIdx="1746"/>
  <p:cmAuthor id="1748" name="未知用户340" initials="未" lastIdx="0" clrIdx="1747"/>
  <p:cmAuthor id="1749" name="viola_yang" initials="v" lastIdx="0" clrIdx="1748"/>
  <p:cmAuthor id="1750" name="未知用户341" initials="未" lastIdx="0" clrIdx="1749"/>
  <p:cmAuthor id="1751" name="未知用户342" initials="未" lastIdx="0" clrIdx="1750"/>
  <p:cmAuthor id="1752" name="李璐---寿险总公司营销管理部" initials="李" lastIdx="0" clrIdx="1751"/>
  <p:cmAuthor id="1753" name="王顶" initials="王" lastIdx="0" clrIdx="1752"/>
  <p:cmAuthor id="1754" name="minty minty" initials="m" lastIdx="0" clrIdx="1753"/>
  <p:cmAuthor id="1755" name="CHEN LONG" initials="C" lastIdx="0" clrIdx="1754"/>
  <p:cmAuthor id="1756" name="cuizijin01" initials="c" lastIdx="0" clrIdx="1755"/>
  <p:cmAuthor id="1757" name="罗彬" initials="罗" lastIdx="0" clrIdx="1756"/>
  <p:cmAuthor id="1758" name="刘盛潮" initials="刘" lastIdx="0" clrIdx="1757"/>
  <p:cmAuthor id="1759" name="1 mac" initials="1" lastIdx="0" clrIdx="1758"/>
  <p:cmAuthor id="1760" name="songchunhua" initials="s" lastIdx="0" clrIdx="1759"/>
  <p:cmAuthor id="1761" name="宋春华" initials="宋" lastIdx="0" clrIdx="1760"/>
  <p:cmAuthor id="1762" name="lixiaosong" initials="l" lastIdx="0" clrIdx="1761"/>
  <p:cmAuthor id="1763" name="马妍" initials="马" lastIdx="0" clrIdx="1762"/>
  <p:cmAuthor id="1764" name="yanqiqi-lgd" initials="y" lastIdx="0" clrIdx="1763"/>
  <p:cmAuthor id="1765" name="caoyq0624" initials="c" lastIdx="0" clrIdx="1764"/>
  <p:cmAuthor id="1766" name="方朝军/产品推动室/产品开发推广部/总公司" initials="方" lastIdx="0" clrIdx="1765"/>
  <p:cmAuthor id="1767" name="未知用户390" initials="未" lastIdx="0" clrIdx="1766"/>
  <p:cmAuthor id="1768" name="zq" initials="z" lastIdx="0" clrIdx="1767"/>
  <p:cmAuthor id="1769" name="未知用户391" initials="未" lastIdx="0" clrIdx="1768"/>
  <p:cmAuthor id="1770" name="temp" initials="t" lastIdx="0" clrIdx="1769"/>
  <p:cmAuthor id="1771" name="Q Q" initials="Q" lastIdx="0" clrIdx="1770"/>
  <p:cmAuthor id="1772" name="未知用户394" initials="未" lastIdx="0" clrIdx="1771"/>
  <p:cmAuthor id="1773" name="未知用户395" initials="未" lastIdx="0" clrIdx="1772"/>
  <p:cmAuthor id="1774" name="liquanxi" initials="l" lastIdx="0" clrIdx="1773"/>
  <p:cmAuthor id="1775" name="YANQING BAO" initials="Y" lastIdx="0" clrIdx="1774"/>
  <p:cmAuthor id="1776" name="Tracy Chen" initials="T" lastIdx="0" clrIdx="1775"/>
  <p:cmAuthor id="1777" name="未知用户407" initials="未" lastIdx="0" clrIdx="1776"/>
  <p:cmAuthor id="1778" name="dongwc0205" initials="d" lastIdx="0" clrIdx="1777"/>
  <p:cmAuthor id="1779" name="未知用户398" initials="未" lastIdx="0" clrIdx="1778"/>
  <p:cmAuthor id="1780" name="yuancc04" initials="y" lastIdx="0" clrIdx="1779"/>
  <p:cmAuthor id="1781" name="未知用户400" initials="未" lastIdx="0" clrIdx="1780"/>
  <p:cmAuthor id="1782" name="未知用户420" initials="未" lastIdx="0" clrIdx="1781"/>
  <p:cmAuthor id="1783" name="YANGS-PC" initials="Y" lastIdx="0" clrIdx="1782"/>
  <p:cmAuthor id="1784" name="未知用户421" initials="未" lastIdx="0" clrIdx="1783"/>
  <p:cmAuthor id="1785" name="Smilyrwj" initials="S" lastIdx="0" clrIdx="1784"/>
  <p:cmAuthor id="1786" name="未知用户422" initials="未" lastIdx="0" clrIdx="1785"/>
  <p:cmAuthor id="1787" name="ydx2003new@163.com" initials="y" lastIdx="0" clrIdx="1786"/>
  <p:cmAuthor id="1788" name="杨姗" initials="杨" lastIdx="0" clrIdx="1787"/>
  <p:cmAuthor id="1789" name="何慧丽" initials="何" lastIdx="0" clrIdx="1788"/>
  <p:cmAuthor id="1790" name="49254" initials="4" lastIdx="0" clrIdx="1789"/>
  <p:cmAuthor id="1791" name="lgp" initials="l" lastIdx="0" clrIdx="1790"/>
  <p:cmAuthor id="1792" name="547716734@qq.com" initials="5" lastIdx="0" clrIdx="1791"/>
  <p:cmAuthor id="1793" name="shuaibing" initials="s" lastIdx="0" clrIdx="1792"/>
  <p:cmAuthor id="1794" name="岳文甲" initials="岳" lastIdx="0" clrIdx="1793"/>
  <p:cmAuthor id="1795" name="林 声洋" initials="林" lastIdx="0" clrIdx="1794"/>
  <p:cmAuthor id="1796" name="zhengzhong" initials="z" lastIdx="0" clrIdx="1795"/>
  <p:cmAuthor id="1797" name="ProMedican" initials="P" lastIdx="0" clrIdx="1796"/>
  <p:cmAuthor id="1798" name="齐登宝" initials="齐" lastIdx="0" clrIdx="1797"/>
  <p:cmAuthor id="1799" name="Student" initials="S" lastIdx="0" clrIdx="1798"/>
  <p:cmAuthor id="1800" name="madan chen" initials="m" lastIdx="0" clrIdx="1799"/>
  <p:cmAuthor id="1801" name="zhuqy3" initials="z" lastIdx="0" clrIdx="1800"/>
  <p:cmAuthor id="1802" name="f n" initials="f" lastIdx="0" clrIdx="1801"/>
  <p:cmAuthor id="1803" name="郭禹希" initials="郭" lastIdx="0" clrIdx="1802"/>
  <p:cmAuthor id="1804" name="YZB" initials="Y" lastIdx="0" clrIdx="1803"/>
  <p:cmAuthor id="1805" name="吴岩" initials="吴" lastIdx="0" clrIdx="1804"/>
  <p:cmAuthor id="1806" name="Windows" initials="W" lastIdx="0" clrIdx="1805"/>
  <p:cmAuthor id="1807" name="yangying73" initials="y" lastIdx="0" clrIdx="1806"/>
  <p:cmAuthor id="1808" name="郭书含" initials="郭" lastIdx="0" clrIdx="1807"/>
  <p:cmAuthor id="1809" name="sivaram" initials="s" lastIdx="0" clrIdx="1808"/>
  <p:cmAuthor id="1810" name="刘淼" initials="刘" lastIdx="0" clrIdx="1809"/>
  <p:cmAuthor id="1811" name="1716266060@qq.com" initials="1" lastIdx="0" clrIdx="1810"/>
  <p:cmAuthor id="1812" name="chenli8" initials="c" lastIdx="0" clrIdx="1811"/>
  <p:cmAuthor id="1813" name="448097321@qq.com" initials="4" lastIdx="0" clrIdx="1812"/>
  <p:cmAuthor id="1814" name="殷 积波" initials="殷" lastIdx="0" clrIdx="1813"/>
  <p:cmAuthor id="1815" name="zhumin1" initials="z" lastIdx="0" clrIdx="1814"/>
  <p:cmAuthor id="1816" name="FS" initials="F" lastIdx="0" clrIdx="1815"/>
  <p:cmAuthor id="1817" name="Temp" initials="T" lastIdx="0" clrIdx="1816"/>
  <p:cmAuthor id="1818" name="林玲 郑" initials="林" lastIdx="0" clrIdx="1817"/>
  <p:cmAuthor id="1819" name="刘岸亮" initials="刘" lastIdx="0" clrIdx="1818"/>
  <p:cmAuthor id="1820" name="554154816@qq.com" initials="5" lastIdx="0" clrIdx="1819"/>
  <p:cmAuthor id="1821" name="任斐" initials="任" lastIdx="0" clrIdx="1820"/>
  <p:cmAuthor id="1822" name="肖 雷" initials="肖" lastIdx="0" clrIdx="1821"/>
  <p:cmAuthor id="1823" name="lin lin" initials="l" lastIdx="0" clrIdx="1822"/>
  <p:cmAuthor id="1824" name="邓蓉榕" initials="邓" lastIdx="0" clrIdx="1823"/>
  <p:cmAuthor id="1825" name="Sky.Wang" initials="S" lastIdx="0" clrIdx="1824"/>
  <p:cmAuthor id="1826" name="张逸晨" initials="张" lastIdx="0" clrIdx="1825"/>
  <p:cmAuthor id="1827" name="时方赛" initials="时" lastIdx="0" clrIdx="1826"/>
  <p:cmAuthor id="1828" name="李明强" initials="李" lastIdx="0" clrIdx="1827"/>
  <p:cmAuthor id="1829" name="张洁01-lhq" initials="张" lastIdx="0" clrIdx="1828"/>
  <p:cmAuthor id="1830" name="zhangbw18" initials="z" lastIdx="0" clrIdx="1829"/>
  <p:cmAuthor id="1831" name="wangll132" initials="w" lastIdx="0" clrIdx="1830"/>
  <p:cmAuthor id="1832" name="dingyuemei" initials="d" lastIdx="0" clrIdx="1831"/>
  <p:cmAuthor id="1833" name="benbenonroad zhao" initials="b" lastIdx="0" clrIdx="1832"/>
  <p:cmAuthor id="1834" name="SHMILY" initials="S" lastIdx="0" clrIdx="1833"/>
  <p:cmAuthor id="1835" name="未知用户232" initials="未" lastIdx="0" clrIdx="1834"/>
  <p:cmAuthor id="1836" name="刘云飞" initials="刘" lastIdx="0" clrIdx="1835"/>
  <p:cmAuthor id="1837" name="Yoda KK" initials="Y" lastIdx="0" clrIdx="1836"/>
  <p:cmAuthor id="1838" name="未知用户226" initials="未" lastIdx="0" clrIdx="1837"/>
  <p:cmAuthor id="1839" name="Dell" initials="D" lastIdx="0" clrIdx="1838"/>
  <p:cmAuthor id="1840" name="李 斌" initials="李" lastIdx="0" clrIdx="1839"/>
  <p:cmAuthor id="1841" name="孙现民" initials="孙" lastIdx="0" clrIdx="1840"/>
  <p:cmAuthor id="1842" name="张正明" initials="张" lastIdx="0" clrIdx="1841"/>
  <p:cmAuthor id="1843" name="FANG SUN" initials="F" lastIdx="0" clrIdx="1842"/>
  <p:cmAuthor id="1844" name="刘承刚" initials="刘" lastIdx="0" clrIdx="1843"/>
  <p:cmAuthor id="1845" name="袁缘" initials="袁" lastIdx="0" clrIdx="1844"/>
  <p:cmAuthor id="1846" name="未知用户416" initials="未" lastIdx="0" clrIdx="1845"/>
  <p:cmAuthor id="1847" name="acer" initials="a" lastIdx="0" clrIdx="1846"/>
  <p:cmAuthor id="1848" name="冯敏" initials="冯" lastIdx="0" clrIdx="1847"/>
  <p:cmAuthor id="1849" name="未知用户408" initials="未" lastIdx="0" clrIdx="1848"/>
  <p:cmAuthor id="1850" name="pc" initials="p" lastIdx="0" clrIdx="1849"/>
  <p:cmAuthor id="1851" name="贾彬彬" initials="贾" lastIdx="0" clrIdx="1850"/>
  <p:cmAuthor id="1852" name="未知用户412" initials="未" lastIdx="0" clrIdx="1851"/>
  <p:cmAuthor id="1853" name="未知用户414" initials="未" lastIdx="0" clrIdx="1852"/>
  <p:cmAuthor id="1854" name="未知用户415" initials="未" lastIdx="0" clrIdx="1853"/>
  <p:cmAuthor id="1855" name="未知用户370" initials="未" lastIdx="0" clrIdx="1854"/>
  <p:cmAuthor id="1856" name="未知用户347" initials="未" lastIdx="0" clrIdx="1855"/>
  <p:cmAuthor id="1857" name="未知用户286" initials="未" lastIdx="0" clrIdx="1856"/>
  <p:cmAuthor id="1858" name="sun frank" initials="s" lastIdx="0" clrIdx="1857"/>
  <p:cmAuthor id="1859" name="徐 伟钦" initials="徐" lastIdx="0" clrIdx="1858"/>
  <p:cmAuthor id="1860" name="李昕玫" initials="李" lastIdx="0" clrIdx="1859"/>
  <p:cmAuthor id="1861" name="未知用户352" initials="未" lastIdx="0" clrIdx="1860"/>
  <p:cmAuthor id="1862" name="lianxing liao" initials="l" lastIdx="0" clrIdx="1861"/>
  <p:cmAuthor id="1863" name="未知用户353" initials="未" lastIdx="0" clrIdx="1862"/>
  <p:cmAuthor id="1864" name="yangysh" initials="y" lastIdx="0" clrIdx="1863"/>
  <p:cmAuthor id="1865" name="未知用户355" initials="未" lastIdx="0" clrIdx="1864"/>
  <p:cmAuthor id="1866" name="ZZC" initials="Z" lastIdx="0" clrIdx="1865"/>
  <p:cmAuthor id="1867" name="李晨曦" initials="李" lastIdx="0" clrIdx="1866"/>
  <p:cmAuthor id="1868" name="Bonan Qi" initials="B" lastIdx="0" clrIdx="1867"/>
  <p:cmAuthor id="1869" name="未知用户357" initials="未" lastIdx="0" clrIdx="1868"/>
  <p:cmAuthor id="1870" name="yaoxiaojun" initials="y" lastIdx="0" clrIdx="1869"/>
  <p:cmAuthor id="1871" name="未知用户362" initials="未" lastIdx="0" clrIdx="1870"/>
  <p:cmAuthor id="1872" name="tianan" initials="t" lastIdx="0" clrIdx="1871"/>
  <p:cmAuthor id="1873" name="朱雪松" initials="朱" lastIdx="0" clrIdx="1872"/>
  <p:cmAuthor id="1874" name="Vagun Vagun" initials="V" lastIdx="0" clrIdx="1873"/>
  <p:cmAuthor id="1875" name="李秋静" initials="李" lastIdx="0" clrIdx="1874"/>
  <p:cmAuthor id="1876" name="陈林" initials="陈" lastIdx="0" clrIdx="1875"/>
  <p:cmAuthor id="1877" name="张梦莞" initials="张" lastIdx="0" clrIdx="1876"/>
  <p:cmAuthor id="1878" name="Xzjd" initials="X" lastIdx="0" clrIdx="1877"/>
  <p:cmAuthor id="1879" name="程诗媛" initials="程" lastIdx="0" clrIdx="1878"/>
  <p:cmAuthor id="1880" name="apple" initials="a" lastIdx="0" clrIdx="1879"/>
  <p:cmAuthor id="1881" name="86139" initials="8" lastIdx="0" clrIdx="1880"/>
  <p:cmAuthor id="1882" name="吕 阔" initials="吕" lastIdx="0" clrIdx="1881"/>
  <p:cmAuthor id="1883" name="lixun" initials="l" lastIdx="0" clrIdx="1882"/>
  <p:cmAuthor id="1884" name="未知用户182" initials="未" lastIdx="0" clrIdx="1883"/>
  <p:cmAuthor id="1885" name="未知用户186" initials="未" lastIdx="0" clrIdx="1884"/>
  <p:cmAuthor id="1886" name="Yun-Ting Tseng" initials="Y" lastIdx="0" clrIdx="1885"/>
  <p:cmAuthor id="1887" name="seki" initials="s" lastIdx="0" clrIdx="1886"/>
  <p:cmAuthor id="1888" name="cpic" initials="c" lastIdx="0" clrIdx="1887"/>
  <p:cmAuthor id="1889" name="taowei" initials="t" lastIdx="0" clrIdx="1888"/>
  <p:cmAuthor id="1890" name="中星 叶" initials="中" lastIdx="0" clrIdx="1889"/>
  <p:cmAuthor id="1891" name="CodonMedical" initials="C" lastIdx="0" clrIdx="1890"/>
  <p:cmAuthor id="1892" name="Yvonne Lin" initials="Y" lastIdx="0" clrIdx="1891"/>
  <p:cmAuthor id="1893" name="Gallivan, John-Paul {MDAO~Basel}" initials="G" lastIdx="0" clrIdx="1892"/>
  <p:cmAuthor id="1894" name="Helms, Hans-Joachim {MDBA~Basel}" initials="H" lastIdx="0" clrIdx="1893"/>
  <p:cmAuthor id="1895" name="Codon Medical" initials="C" lastIdx="0" clrIdx="1894"/>
  <p:cmAuthor id="1896" name="Petersen, Jenny {MDBD~South San Francisco}" initials="P" lastIdx="0" clrIdx="1895"/>
  <p:cmAuthor id="1897" name="刘风香" initials="刘" lastIdx="0" clrIdx="1896"/>
  <p:cmAuthor id="1898" name="feng wei" initials="f" lastIdx="0" clrIdx="1897"/>
  <p:cmAuthor id="1899" name="张静_QZZvv2Aj" initials="张" lastIdx="0" clrIdx="1898"/>
  <p:cmAuthor id="1900" name="Meredith Kalish" initials="M" lastIdx="0" clrIdx="1899"/>
  <p:cmAuthor id="1901" name="Mary Beattie" initials="M" lastIdx="0" clrIdx="1900"/>
  <p:cmAuthor id="1902" name="Melanie Smitt" initials="M" lastIdx="0" clrIdx="1901"/>
  <p:cmAuthor id="1903" name="Daniel Clyde (HI)" initials="D" lastIdx="0" clrIdx="1902"/>
  <p:cmAuthor id="1904" name="Mark McGregor (HI)" initials="M" lastIdx="0" clrIdx="1903"/>
  <p:cmAuthor id="1905" name="Machackova, Zuzana {MDAO~Basel}" initials="M" lastIdx="0" clrIdx="1904"/>
  <p:cmAuthor id="1906" name="Franca, Ryan {MDAO~Basel}" initials="F" lastIdx="0" clrIdx="1905"/>
  <p:cmAuthor id="1907" name="Bart Baranowski (HI)" initials="B" lastIdx="0" clrIdx="1906"/>
  <p:cmAuthor id="1908" name="Louise Adamson (HI)" initials="L" lastIdx="0" clrIdx="1907"/>
  <p:cmAuthor id="1909" name="David Morgan (HI)" initials="D" lastIdx="0" clrIdx="1908"/>
  <p:cmAuthor id="1910" name="Kate Sillitoe (HI)" initials="K" lastIdx="0" clrIdx="1909"/>
  <p:cmAuthor id="1911" name="孟轩君" initials="孟" lastIdx="0" clrIdx="1910"/>
  <p:cmAuthor id="1912" name="miaott" initials="m" lastIdx="0" clrIdx="1911"/>
  <p:cmAuthor id="1913" name="齐涛" initials="齐" lastIdx="0" clrIdx="1912"/>
  <p:cmAuthor id="1914" name="zhaoby01" initials="z" lastIdx="0" clrIdx="1913"/>
  <p:cmAuthor id="1915" name="Lydia" initials="L" lastIdx="0" clrIdx="1914"/>
  <p:cmAuthor id="1916" name="xusha" initials="x" lastIdx="0" clrIdx="1915"/>
  <p:cmAuthor id="1917" name="李 东科" initials="李" lastIdx="0" clrIdx="1916"/>
  <p:cmAuthor id="1918" name="何富军" initials="何" lastIdx="0" clrIdx="1917"/>
  <p:cmAuthor id="1919" name="fafa" initials="f" lastIdx="0" clrIdx="1918"/>
  <p:cmAuthor id="1920" name="qatr130" initials="q" lastIdx="0" clrIdx="1919"/>
  <p:cmAuthor id="1921" name="袁正海" initials="袁" lastIdx="0" clrIdx="1920"/>
  <p:cmAuthor id="1922" name="未知用户95" initials="未" lastIdx="0" clrIdx="1921"/>
  <p:cmAuthor id="1923" name="think" initials="t" lastIdx="0" clrIdx="1922"/>
  <p:cmAuthor id="1924" name="ChinaUser" initials="C" lastIdx="0" clrIdx="1923"/>
  <p:cmAuthor id="1925" name="未知用户131" initials="未" lastIdx="0" clrIdx="1924"/>
  <p:cmAuthor id="1926" name="未知用户132" initials="未" lastIdx="0" clrIdx="1925"/>
  <p:cmAuthor id="1927" name="未知用户136" initials="未" lastIdx="0" clrIdx="1926"/>
  <p:cmAuthor id="1928" name="未知用户137" initials="未" lastIdx="0" clrIdx="1927"/>
  <p:cmAuthor id="1929" name="王 一鸣" initials="王" lastIdx="0" clrIdx="1928"/>
  <p:cmAuthor id="1930" name="未知用户199" initials="未" lastIdx="0" clrIdx="1929"/>
  <p:cmAuthor id="1931" name="未知用户204" initials="未" lastIdx="0" clrIdx="1930"/>
  <p:cmAuthor id="1932" name="未知用户210" initials="未" lastIdx="0" clrIdx="1931"/>
  <p:cmAuthor id="1933" name="sxp" initials="s" lastIdx="0" clrIdx="1932"/>
  <p:cmAuthor id="1934" name="allan" initials="a" lastIdx="0" clrIdx="1933"/>
  <p:cmAuthor id="1935" name="王 金谦" initials="王" lastIdx="0" clrIdx="1934"/>
  <p:cmAuthor id="1936" name="。" initials="。" lastIdx="0" clrIdx="1935"/>
  <p:cmAuthor id="1937" name="ATSRWZ" initials="A" lastIdx="0" clrIdx="1936"/>
  <p:cmAuthor id="1938" name="hao" initials="h" lastIdx="0" clrIdx="1937"/>
  <p:cmAuthor id="1939" name="10045953" initials="1" lastIdx="0" clrIdx="1938"/>
  <p:cmAuthor id="1940" name="陈欢" initials="陈欢" lastIdx="0" clrIdx="1939"/>
  <p:cmAuthor id="1941" name="baozhengjing" initials="b" lastIdx="0" clrIdx="1940"/>
  <p:cmAuthor id="1942" name="Faraway Chen" initials="FC" lastIdx="0" clrIdx="194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92D050"/>
    <a:srgbClr val="AE9AC6"/>
    <a:srgbClr val="FF0000"/>
    <a:srgbClr val="C00000"/>
    <a:srgbClr val="96A2FF"/>
    <a:srgbClr val="F17D07"/>
    <a:srgbClr val="FCCB99"/>
    <a:srgbClr val="000A59"/>
    <a:srgbClr val="0062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980" autoAdjust="0"/>
    <p:restoredTop sz="87795" autoAdjust="0"/>
  </p:normalViewPr>
  <p:slideViewPr>
    <p:cSldViewPr snapToGrid="0" showGuides="1">
      <p:cViewPr varScale="1">
        <p:scale>
          <a:sx n="99" d="100"/>
          <a:sy n="99" d="100"/>
        </p:scale>
        <p:origin x="456" y="90"/>
      </p:cViewPr>
      <p:guideLst>
        <p:guide orient="horz" pos="1283"/>
        <p:guide pos="41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notesViewPr>
    <p:cSldViewPr snapToGrid="0">
      <p:cViewPr varScale="1">
        <p:scale>
          <a:sx n="53" d="100"/>
          <a:sy n="53" d="100"/>
        </p:scale>
        <p:origin x="264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37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626703-5A4C-4E93-B10B-34DA12F392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F2056B-DB32-48B6-B103-D0F16206E52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694E5D-EE84-4145-B92C-929C40FBE0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52EED7-8DBB-4AE6-8CEF-CC632BE057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52EED7-8DBB-4AE6-8CEF-CC632BE057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信任模型与校验：</a:t>
            </a:r>
            <a:r>
              <a:rPr lang="en-US" altLang="zh-CN" dirty="0">
                <a:solidFill>
                  <a:srgbClr val="002060"/>
                </a:solidFill>
                <a:sym typeface="+mn-ea"/>
              </a:rPr>
              <a:t> 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这是最核心的原因。在一个去中心化或多方参与的系统中，对来源的信任是不完全的。完整文档允许根节点（或锚定链）进行独立且全面的校验，确保数据完整性和有效性，避免恶意或错误差异导致的数据污染。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数据一致性与同步：</a:t>
            </a:r>
            <a:r>
              <a:rPr lang="en-US" altLang="zh-CN" dirty="0">
                <a:solidFill>
                  <a:srgbClr val="002060"/>
                </a:solidFill>
                <a:sym typeface="+mn-ea"/>
              </a:rPr>
              <a:t> 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差异更新非常依赖于所有节点都拥有相同的基准版本。在分布式环境中，这很难保证。如果某个节点错过了某个差异补丁，或者应用顺序错误，就会导致数据不一致。完整文档则简化了同步逻辑，只需替换为最新版本即可。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冲突解决：</a:t>
            </a:r>
            <a:r>
              <a:rPr lang="en-US" altLang="zh-CN" dirty="0">
                <a:solidFill>
                  <a:srgbClr val="002060"/>
                </a:solidFill>
                <a:sym typeface="+mn-ea"/>
              </a:rPr>
              <a:t> 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如果多个实体同时尝试更新同一个</a:t>
            </a:r>
            <a:r>
              <a:rPr lang="en-US" altLang="zh-CN" dirty="0">
                <a:solidFill>
                  <a:srgbClr val="002060"/>
                </a:solidFill>
                <a:sym typeface="+mn-ea"/>
              </a:rPr>
              <a:t>DID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文档，差异更新会引入复杂的合并和冲突解决逻辑。完整文档更新通常采用</a:t>
            </a:r>
            <a:r>
              <a:rPr lang="en-US" altLang="zh-CN" dirty="0">
                <a:solidFill>
                  <a:srgbClr val="002060"/>
                </a:solidFill>
                <a:sym typeface="+mn-ea"/>
              </a:rPr>
              <a:t>“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最后写入胜出</a:t>
            </a:r>
            <a:r>
              <a:rPr lang="en-US" altLang="zh-CN" dirty="0">
                <a:solidFill>
                  <a:srgbClr val="002060"/>
                </a:solidFill>
                <a:sym typeface="+mn-ea"/>
              </a:rPr>
              <a:t>”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或基于版本号的乐观锁机制，相对简单。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解析器实现：</a:t>
            </a:r>
            <a:r>
              <a:rPr lang="en-US" altLang="zh-CN" dirty="0">
                <a:solidFill>
                  <a:srgbClr val="002060"/>
                </a:solidFill>
                <a:sym typeface="+mn-ea"/>
              </a:rPr>
              <a:t> 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对</a:t>
            </a:r>
            <a:r>
              <a:rPr lang="en-US" altLang="zh-CN" dirty="0">
                <a:solidFill>
                  <a:srgbClr val="002060"/>
                </a:solidFill>
                <a:sym typeface="+mn-ea"/>
              </a:rPr>
              <a:t>DID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解析器而言，处理一个完整的、自包含的</a:t>
            </a:r>
            <a:r>
              <a:rPr lang="en-US" altLang="zh-CN" dirty="0">
                <a:solidFill>
                  <a:srgbClr val="002060"/>
                </a:solidFill>
                <a:sym typeface="+mn-ea"/>
              </a:rPr>
              <a:t>DID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文档要比处理一系列可能复杂的差异补丁来构建最终状态更简单、更健壮。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安全性：</a:t>
            </a:r>
            <a:r>
              <a:rPr lang="en-US" altLang="zh-CN" dirty="0">
                <a:solidFill>
                  <a:srgbClr val="002060"/>
                </a:solidFill>
                <a:sym typeface="+mn-ea"/>
              </a:rPr>
              <a:t> 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差异补丁更容易被篡改或构造，从而在不明显改变整体结构的情况下引入漏洞。完整文档的哈希和签名能更有效地验证其完整性。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52EED7-8DBB-4AE6-8CEF-CC632BE057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1"/>
          <p:cNvSpPr>
            <a:spLocks noGrp="1"/>
          </p:cNvSpPr>
          <p:nvPr>
            <p:ph type="title"/>
          </p:nvPr>
        </p:nvSpPr>
        <p:spPr>
          <a:xfrm>
            <a:off x="318700" y="158750"/>
            <a:ext cx="9347835" cy="44577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鍐呭-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556" y="79674"/>
            <a:ext cx="11030373" cy="6204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 24"/>
          <p:cNvSpPr>
            <a:spLocks noGrp="1"/>
          </p:cNvSpPr>
          <p:nvPr>
            <p:ph type="title"/>
          </p:nvPr>
        </p:nvSpPr>
        <p:spPr>
          <a:xfrm>
            <a:off x="990600" y="230886"/>
            <a:ext cx="8675935" cy="44577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610600" y="6356351"/>
            <a:ext cx="2743200" cy="366713"/>
          </a:xfrm>
          <a:prstGeom prst="rect">
            <a:avLst/>
          </a:prstGeom>
        </p:spPr>
        <p:txBody>
          <a:bodyPr vert="horz" lIns="68580" tIns="34290" rIns="68580" bIns="34290" anchor="ctr" anchorCtr="0"/>
          <a:lstStyle>
            <a:lvl1pPr eaLnBrk="0" hangingPunct="0">
              <a:buFontTx/>
              <a:buNone/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7E03031-C655-4F78-8D31-EE33DDB2D7C0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258430" y="706719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762430" y="706719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524030" y="706719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3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6152"/>
            <a:ext cx="12190319" cy="40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/>
          <p:cNvSpPr txBox="1">
            <a:spLocks noChangeArrowheads="1"/>
          </p:cNvSpPr>
          <p:nvPr userDrawn="1"/>
        </p:nvSpPr>
        <p:spPr bwMode="auto">
          <a:xfrm>
            <a:off x="10716434" y="6463187"/>
            <a:ext cx="1344026" cy="19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r" defTabSz="914400" rtl="0" eaLnBrk="1" latinLnBrk="0" hangingPunct="1">
              <a:buFont typeface="Arial" panose="020B0604020202020204" pitchFamily="34" charset="0"/>
              <a:buNone/>
              <a:defRPr sz="950" kern="1200">
                <a:solidFill>
                  <a:srgbClr val="0012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4C3C1BB-2CB7-4B46-9869-50D2F6B9EAFD}" type="slidenum">
              <a:rPr lang="en-US" altLang="zh-CN" smtClean="0"/>
            </a:fld>
            <a:endParaRPr lang="zh-CN" altLang="en-US" dirty="0"/>
          </a:p>
        </p:txBody>
      </p:sp>
      <p:sp>
        <p:nvSpPr>
          <p:cNvPr id="5" name="标题占位符 1"/>
          <p:cNvSpPr>
            <a:spLocks noGrp="1"/>
          </p:cNvSpPr>
          <p:nvPr>
            <p:ph type="title"/>
          </p:nvPr>
        </p:nvSpPr>
        <p:spPr>
          <a:xfrm>
            <a:off x="318700" y="158750"/>
            <a:ext cx="9347835" cy="44577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600" b="1" kern="1200" dirty="0">
          <a:solidFill>
            <a:srgbClr val="002060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image" Target="../media/image3.jpeg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tags" Target="../tags/tag20.xml"/><Relationship Id="rId2" Type="http://schemas.openxmlformats.org/officeDocument/2006/relationships/image" Target="../media/image4.png"/><Relationship Id="rId1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4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image" Target="../media/image8.png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" name="矩形: 圆角 35"/>
          <p:cNvSpPr/>
          <p:nvPr>
            <p:custDataLst>
              <p:tags r:id="rId1"/>
            </p:custDataLst>
          </p:nvPr>
        </p:nvSpPr>
        <p:spPr>
          <a:xfrm>
            <a:off x="8241665" y="4699635"/>
            <a:ext cx="3323590" cy="1831975"/>
          </a:xfrm>
          <a:prstGeom prst="roundRect">
            <a:avLst>
              <a:gd name="adj" fmla="val 6347"/>
            </a:avLst>
          </a:prstGeom>
          <a:gradFill flip="none" rotWithShape="1">
            <a:gsLst>
              <a:gs pos="0">
                <a:srgbClr val="FF7429">
                  <a:lumMod val="20000"/>
                  <a:lumOff val="80000"/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5875" cap="flat" cmpd="sng" algn="ctr">
            <a:solidFill>
              <a:schemeClr val="tx1">
                <a:lumMod val="50000"/>
                <a:lumOff val="50000"/>
                <a:alpha val="60000"/>
              </a:schemeClr>
            </a:solidFill>
            <a:prstDash val="solid"/>
            <a:miter lim="800000"/>
          </a:ln>
          <a:effectLst>
            <a:outerShdw blurRad="279400" dist="228600" dir="2700000" algn="tl" rotWithShape="0">
              <a:srgbClr val="FF7429">
                <a:alpha val="8000"/>
              </a:srgbClr>
            </a:outerShdw>
          </a:effectLst>
        </p:spPr>
        <p:txBody>
          <a:bodyPr wrap="square" lIns="239795" tIns="616585" rIns="239795" bIns="350520" rtlCol="0" anchor="ctr">
            <a:noAutofit/>
          </a:bodyPr>
          <a:p>
            <a:pPr indent="0" algn="ctr" fontAlgn="auto">
              <a:lnSpc>
                <a:spcPct val="120000"/>
              </a:lnSpc>
              <a:spcAft>
                <a:spcPts val="600"/>
              </a:spcAft>
              <a:buClrTx/>
              <a:buSzTx/>
              <a:buFontTx/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依托海量地址空间为智能体分配独立的物理端点，结合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IPv6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的扩展特性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(SRv6/APN)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和可编程网络技术，保障网络层寻址、路由与传输。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algn="ctr" fontAlgn="auto">
              <a:lnSpc>
                <a:spcPct val="120000"/>
              </a:lnSpc>
              <a:spcAft>
                <a:spcPts val="600"/>
              </a:spcAft>
              <a:buClrTx/>
              <a:buSzTx/>
              <a:buFontTx/>
            </a:pP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可扩展性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内生安全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自主可控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)</a:t>
            </a:r>
            <a:endParaRPr lang="en-US" altLang="zh-CN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智能体标识系统设计技术路线</a:t>
            </a:r>
          </a:p>
        </p:txBody>
      </p:sp>
      <p:sp>
        <p:nvSpPr>
          <p:cNvPr id="18" name="文本框 4"/>
          <p:cNvSpPr txBox="1"/>
          <p:nvPr>
            <p:custDataLst>
              <p:tags r:id="rId2"/>
            </p:custDataLst>
          </p:nvPr>
        </p:nvSpPr>
        <p:spPr>
          <a:xfrm>
            <a:off x="192405" y="864870"/>
            <a:ext cx="11813540" cy="856615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9pPr>
          </a:lstStyle>
          <a:p>
            <a:pPr marL="285750" lvl="0" indent="-285750" algn="l">
              <a:lnSpc>
                <a:spcPct val="130000"/>
              </a:lnSpc>
              <a:buClrTx/>
              <a:buSzTx/>
              <a:buFont typeface="Wingdings" panose="05000000000000000000" charset="0"/>
              <a:buChar char="p"/>
            </a:pP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基于</a:t>
            </a:r>
            <a:r>
              <a:rPr lang="en-US" altLang="zh-CN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AI</a:t>
            </a: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原生、弹性扩展与内生安全三大核心理念，坚守自主可控、精准管治及开放兼容原则，提出</a:t>
            </a:r>
            <a:r>
              <a:rPr lang="en-US" altLang="zh-CN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根治理</a:t>
            </a:r>
            <a:r>
              <a:rPr lang="en-US" altLang="zh-CN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+DID+IPv6+”</a:t>
            </a: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的标识系统技术路线，为海量智能体协作和治理提供基石。</a:t>
            </a:r>
            <a:endParaRPr lang="zh-CN" altLang="en-US" b="1" kern="0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clrChange>
              <a:clrFrom>
                <a:srgbClr val="E1E3EF">
                  <a:alpha val="100000"/>
                </a:srgbClr>
              </a:clrFrom>
              <a:clrTo>
                <a:srgbClr val="E1E3E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90490" y="2230120"/>
            <a:ext cx="1457960" cy="177609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92405" y="1739265"/>
            <a:ext cx="4483735" cy="2686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softEdge rad="127000"/>
          </a:effectLst>
        </p:spPr>
        <p:txBody>
          <a:bodyPr wrap="square" rtlCol="0" anchor="t">
            <a:noAutofit/>
          </a:bodyPr>
          <a:p>
            <a:pPr indent="0" algn="ctr" fontAlgn="auto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sz="1400" b="1">
                <a:solidFill>
                  <a:srgbClr val="FF0000"/>
                </a:solidFill>
              </a:rPr>
              <a:t>AI</a:t>
            </a:r>
            <a:r>
              <a:rPr lang="zh-CN" altLang="en-US" sz="1400" b="1">
                <a:solidFill>
                  <a:srgbClr val="FF0000"/>
                </a:solidFill>
              </a:rPr>
              <a:t>原生</a:t>
            </a:r>
            <a:endParaRPr lang="zh-CN" altLang="en-US" sz="1400" b="1"/>
          </a:p>
          <a:p>
            <a:pPr indent="0" fontAlgn="auto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400"/>
              <a:t>摒弃烦琐人工握手，支持点对点并发请求验证，专为海量智能体高频交互设计。</a:t>
            </a:r>
            <a:endParaRPr lang="zh-CN" altLang="en-US" sz="1400"/>
          </a:p>
          <a:p>
            <a:pPr indent="0" algn="ctr" fontAlgn="auto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400" b="1">
                <a:solidFill>
                  <a:srgbClr val="FF0000"/>
                </a:solidFill>
              </a:rPr>
              <a:t>性能可扩展</a:t>
            </a:r>
            <a:endParaRPr lang="zh-CN" altLang="en-US" sz="1400" b="1">
              <a:solidFill>
                <a:srgbClr val="FF0000"/>
              </a:solidFill>
            </a:endParaRPr>
          </a:p>
          <a:p>
            <a:pPr indent="0" fontAlgn="auto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400"/>
              <a:t>用身份标识锚定信任服务，凭证承载动态能力，多中心并发，打破单点解析瓶颈。</a:t>
            </a:r>
            <a:endParaRPr lang="zh-CN" altLang="en-US" sz="1400"/>
          </a:p>
          <a:p>
            <a:pPr indent="0" algn="ctr" fontAlgn="auto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400" b="1">
                <a:solidFill>
                  <a:srgbClr val="FF0000"/>
                </a:solidFill>
              </a:rPr>
              <a:t>内生安全</a:t>
            </a:r>
            <a:endParaRPr lang="zh-CN" altLang="en-US" sz="1400" b="1">
              <a:solidFill>
                <a:srgbClr val="FF0000"/>
              </a:solidFill>
            </a:endParaRPr>
          </a:p>
          <a:p>
            <a:pPr indent="0" fontAlgn="auto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400"/>
              <a:t>安全保障不局限于应用层，而是深植于网络承载层。强制双向核验，原生支持权限按跳衰减，严防越权。</a:t>
            </a:r>
            <a:endParaRPr lang="zh-CN" altLang="en-US" sz="1400"/>
          </a:p>
        </p:txBody>
      </p:sp>
      <p:sp>
        <p:nvSpPr>
          <p:cNvPr id="17" name="文本框 16"/>
          <p:cNvSpPr txBox="1"/>
          <p:nvPr/>
        </p:nvSpPr>
        <p:spPr>
          <a:xfrm>
            <a:off x="7085965" y="1751965"/>
            <a:ext cx="4483735" cy="26733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softEdge rad="127000"/>
          </a:effectLst>
        </p:spPr>
        <p:txBody>
          <a:bodyPr wrap="square" rtlCol="0" anchor="t">
            <a:spAutoFit/>
          </a:bodyPr>
          <a:p>
            <a:pPr indent="0" algn="ctr" fontAlgn="auto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400" b="1">
                <a:solidFill>
                  <a:schemeClr val="accent1">
                    <a:lumMod val="75000"/>
                    <a:lumOff val="25000"/>
                  </a:schemeClr>
                </a:solidFill>
              </a:rPr>
              <a:t>自主可控</a:t>
            </a:r>
            <a:endParaRPr lang="zh-CN" altLang="en-US" sz="1400" b="1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indent="0" fontAlgn="auto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400"/>
              <a:t>身份自主掌握，降低对域名依赖，打破围墙花园，保障网络韧性和创新涌现。</a:t>
            </a:r>
            <a:endParaRPr lang="zh-CN" altLang="en-US" sz="1400"/>
          </a:p>
          <a:p>
            <a:pPr indent="0" algn="ctr" fontAlgn="auto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400" b="1">
                <a:solidFill>
                  <a:schemeClr val="accent1">
                    <a:lumMod val="75000"/>
                    <a:lumOff val="25000"/>
                  </a:schemeClr>
                </a:solidFill>
              </a:rPr>
              <a:t>精准管治</a:t>
            </a:r>
            <a:endParaRPr lang="zh-CN" altLang="en-US" sz="1400" b="1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indent="0" fontAlgn="auto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400"/>
              <a:t>监管与物理网络解耦，依托全网凭证状态列表实现域名、</a:t>
            </a:r>
            <a:r>
              <a:rPr lang="en-US" altLang="zh-CN" sz="1400"/>
              <a:t>IP</a:t>
            </a:r>
            <a:r>
              <a:rPr lang="zh-CN" altLang="en-US" sz="1400"/>
              <a:t>地址、服务等各粒度的</a:t>
            </a:r>
            <a:r>
              <a:rPr lang="en-US" altLang="zh-CN" sz="1400"/>
              <a:t>“</a:t>
            </a:r>
            <a:r>
              <a:rPr lang="zh-CN" altLang="en-US" sz="1400"/>
              <a:t>一键熔断</a:t>
            </a:r>
            <a:r>
              <a:rPr lang="en-US" altLang="zh-CN" sz="1400"/>
              <a:t>”</a:t>
            </a:r>
            <a:r>
              <a:rPr lang="zh-CN" altLang="en-US" sz="1400"/>
              <a:t>与追责。</a:t>
            </a:r>
            <a:endParaRPr lang="zh-CN" altLang="en-US" sz="1400"/>
          </a:p>
          <a:p>
            <a:pPr indent="0" algn="ctr" fontAlgn="auto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400" b="1">
                <a:solidFill>
                  <a:schemeClr val="accent1">
                    <a:lumMod val="75000"/>
                    <a:lumOff val="25000"/>
                  </a:schemeClr>
                </a:solidFill>
              </a:rPr>
              <a:t>开放兼容</a:t>
            </a:r>
            <a:endParaRPr lang="zh-CN" altLang="en-US" sz="1400" b="1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indent="0" fontAlgn="auto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400"/>
              <a:t>标识基座绝不插手异构协议转换，专注身份锚定与寻址，无缝兼容各类智能体生态。</a:t>
            </a:r>
            <a:endParaRPr lang="zh-CN" altLang="en-US" sz="1400"/>
          </a:p>
        </p:txBody>
      </p:sp>
      <p:sp>
        <p:nvSpPr>
          <p:cNvPr id="19" name="左右箭头 18"/>
          <p:cNvSpPr/>
          <p:nvPr/>
        </p:nvSpPr>
        <p:spPr>
          <a:xfrm>
            <a:off x="4593590" y="2044700"/>
            <a:ext cx="2492375" cy="305435"/>
          </a:xfrm>
          <a:prstGeom prst="left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7000">
                <a:srgbClr val="4257FF">
                  <a:alpha val="100000"/>
                </a:srgbClr>
              </a:gs>
              <a:gs pos="90000">
                <a:schemeClr val="accent5">
                  <a:lumMod val="50000"/>
                  <a:lumOff val="50000"/>
                </a:schemeClr>
              </a:gs>
              <a:gs pos="46000">
                <a:srgbClr val="A12C80">
                  <a:alpha val="100000"/>
                </a:srgbClr>
              </a:gs>
              <a:gs pos="0">
                <a:srgbClr val="FF0000"/>
              </a:gs>
              <a:gs pos="79000">
                <a:schemeClr val="accent1">
                  <a:lumMod val="45000"/>
                  <a:lumOff val="55000"/>
                </a:schemeClr>
              </a:gs>
              <a:gs pos="67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1594000" scaled="0"/>
          </a:gradFill>
          <a:ln w="101600" cap="rnd">
            <a:noFill/>
            <a:prstDash val="solid"/>
            <a:miter/>
          </a:ln>
        </p:spPr>
        <p:txBody>
          <a:bodyPr rot="0" vertOverflow="overflow" horzOverflow="overflow" vert="horz" wrap="square" lIns="91440" tIns="45720" rIns="91440" bIns="45720" numCol="1" spcCol="0" rtlCol="0" fromWordArt="0" anchor="ctr" anchorCtr="0" compatLnSpc="1">
            <a:noAutofit/>
          </a:bodyPr>
          <a:p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555490" y="1751965"/>
            <a:ext cx="11176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FF0000"/>
                </a:solidFill>
              </a:rPr>
              <a:t>三大理念</a:t>
            </a:r>
            <a:endParaRPr lang="zh-CN" altLang="en-US" sz="1600" b="1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107430" y="1751965"/>
            <a:ext cx="11176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accent3">
                    <a:lumMod val="50000"/>
                    <a:lumOff val="50000"/>
                  </a:schemeClr>
                </a:solidFill>
              </a:rPr>
              <a:t>三大原则</a:t>
            </a:r>
            <a:endParaRPr lang="zh-CN" altLang="en-US" sz="1600" b="1">
              <a:solidFill>
                <a:schemeClr val="accent3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矩形: 圆角 2"/>
          <p:cNvSpPr/>
          <p:nvPr>
            <p:custDataLst>
              <p:tags r:id="rId5"/>
            </p:custDataLst>
          </p:nvPr>
        </p:nvSpPr>
        <p:spPr>
          <a:xfrm>
            <a:off x="4436110" y="4699635"/>
            <a:ext cx="3323590" cy="1845945"/>
          </a:xfrm>
          <a:prstGeom prst="roundRect">
            <a:avLst>
              <a:gd name="adj" fmla="val 6347"/>
            </a:avLst>
          </a:prstGeom>
          <a:gradFill flip="none" rotWithShape="1">
            <a:gsLst>
              <a:gs pos="0">
                <a:srgbClr val="376FFF">
                  <a:lumMod val="20000"/>
                  <a:lumOff val="80000"/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5875" cap="flat" cmpd="sng" algn="ctr">
            <a:solidFill>
              <a:schemeClr val="tx1">
                <a:lumMod val="50000"/>
                <a:lumOff val="50000"/>
                <a:alpha val="60000"/>
              </a:schemeClr>
            </a:solidFill>
            <a:prstDash val="solid"/>
            <a:miter lim="800000"/>
          </a:ln>
          <a:effectLst>
            <a:outerShdw blurRad="279400" dist="228600" dir="2700000" algn="tl" rotWithShape="0">
              <a:srgbClr val="376FFF">
                <a:alpha val="8000"/>
              </a:srgbClr>
            </a:outerShdw>
          </a:effectLst>
        </p:spPr>
        <p:txBody>
          <a:bodyPr wrap="square" lIns="239795" tIns="616585" rIns="239795" bIns="350520" rtlCol="0" anchor="ctr">
            <a:noAutofit/>
          </a:bodyPr>
          <a:p>
            <a:pPr indent="0" algn="ctr" fontAlgn="auto">
              <a:lnSpc>
                <a:spcPct val="120000"/>
              </a:lnSpc>
              <a:buClrTx/>
              <a:buSzTx/>
              <a:buFontTx/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以DID为全网唯一身份标识符并绑定服务标识，依托非对称加密、零知识证明与可验证凭证技术，承载核准资质、服务能力认证、授权链条和权限控制。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algn="ctr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机器原生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内生安全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自主可控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开放兼容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)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2" name="任意多边形: 形状 28"/>
          <p:cNvSpPr/>
          <p:nvPr>
            <p:custDataLst>
              <p:tags r:id="rId6"/>
            </p:custDataLst>
          </p:nvPr>
        </p:nvSpPr>
        <p:spPr>
          <a:xfrm>
            <a:off x="8696325" y="4599305"/>
            <a:ext cx="2523490" cy="518160"/>
          </a:xfrm>
          <a:prstGeom prst="round2SameRect">
            <a:avLst>
              <a:gd name="adj1" fmla="val 0"/>
              <a:gd name="adj2" fmla="val 35242"/>
            </a:avLst>
          </a:prstGeom>
          <a:gradFill flip="none" rotWithShape="1">
            <a:gsLst>
              <a:gs pos="0">
                <a:srgbClr val="376FFF">
                  <a:lumMod val="40000"/>
                  <a:lumOff val="60000"/>
                </a:srgbClr>
              </a:gs>
              <a:gs pos="69000">
                <a:srgbClr val="376FFF"/>
              </a:gs>
              <a:gs pos="100000">
                <a:srgbClr val="376FFF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01600" dist="76200" dir="2700000" algn="tl" rotWithShape="0">
              <a:srgbClr val="376FFF">
                <a:alpha val="25000"/>
              </a:srgbClr>
            </a:outerShdw>
          </a:effectLst>
        </p:spPr>
        <p:txBody>
          <a:bodyPr wrap="square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IPv6+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—— 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地址分配与寻址</a:t>
            </a:r>
            <a:endParaRPr lang="zh-CN" alt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3" name="等腰三角形 32"/>
          <p:cNvSpPr/>
          <p:nvPr>
            <p:custDataLst>
              <p:tags r:id="rId7"/>
            </p:custDataLst>
          </p:nvPr>
        </p:nvSpPr>
        <p:spPr>
          <a:xfrm>
            <a:off x="8585835" y="4591685"/>
            <a:ext cx="110490" cy="86360"/>
          </a:xfrm>
          <a:prstGeom prst="triangle">
            <a:avLst>
              <a:gd name="adj" fmla="val 100000"/>
            </a:avLst>
          </a:prstGeom>
          <a:solidFill>
            <a:srgbClr val="376FFF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4" name="等腰三角形 33"/>
          <p:cNvSpPr/>
          <p:nvPr>
            <p:custDataLst>
              <p:tags r:id="rId8"/>
            </p:custDataLst>
          </p:nvPr>
        </p:nvSpPr>
        <p:spPr>
          <a:xfrm flipH="1">
            <a:off x="11219180" y="4591685"/>
            <a:ext cx="110490" cy="86360"/>
          </a:xfrm>
          <a:prstGeom prst="triangle">
            <a:avLst>
              <a:gd name="adj" fmla="val 100000"/>
            </a:avLst>
          </a:prstGeom>
          <a:solidFill>
            <a:srgbClr val="376FFF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8" name="任意多边形: 形状 36"/>
          <p:cNvSpPr/>
          <p:nvPr>
            <p:custDataLst>
              <p:tags r:id="rId9"/>
            </p:custDataLst>
          </p:nvPr>
        </p:nvSpPr>
        <p:spPr>
          <a:xfrm>
            <a:off x="4871085" y="4591685"/>
            <a:ext cx="2523490" cy="518160"/>
          </a:xfrm>
          <a:prstGeom prst="round2SameRect">
            <a:avLst>
              <a:gd name="adj1" fmla="val 0"/>
              <a:gd name="adj2" fmla="val 35242"/>
            </a:avLst>
          </a:prstGeom>
          <a:gradFill flip="none" rotWithShape="1">
            <a:gsLst>
              <a:gs pos="0">
                <a:srgbClr val="FF7429">
                  <a:lumMod val="60000"/>
                  <a:lumOff val="40000"/>
                </a:srgbClr>
              </a:gs>
              <a:gs pos="66450">
                <a:srgbClr val="FF7429"/>
              </a:gs>
              <a:gs pos="100000">
                <a:srgbClr val="FF7429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01600" dist="76200" dir="2700000" algn="tl" rotWithShape="0">
              <a:srgbClr val="FF7429">
                <a:alpha val="25000"/>
              </a:srgbClr>
            </a:outerShdw>
          </a:effectLst>
        </p:spPr>
        <p:txBody>
          <a:bodyPr wrap="square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DID —— </a:t>
            </a:r>
            <a:r>
              <a:rPr 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构建点对点的高度灵活的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授权</a:t>
            </a: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访问控制</a:t>
            </a:r>
            <a:endParaRPr lang="zh-CN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9" name="等腰三角形 38"/>
          <p:cNvSpPr/>
          <p:nvPr>
            <p:custDataLst>
              <p:tags r:id="rId10"/>
            </p:custDataLst>
          </p:nvPr>
        </p:nvSpPr>
        <p:spPr>
          <a:xfrm>
            <a:off x="4760595" y="4591685"/>
            <a:ext cx="110490" cy="86360"/>
          </a:xfrm>
          <a:prstGeom prst="triangle">
            <a:avLst>
              <a:gd name="adj" fmla="val 100000"/>
            </a:avLst>
          </a:prstGeom>
          <a:solidFill>
            <a:srgbClr val="FF7429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1" name="等腰三角形 40"/>
          <p:cNvSpPr/>
          <p:nvPr>
            <p:custDataLst>
              <p:tags r:id="rId11"/>
            </p:custDataLst>
          </p:nvPr>
        </p:nvSpPr>
        <p:spPr>
          <a:xfrm flipH="1">
            <a:off x="7417435" y="4591685"/>
            <a:ext cx="110490" cy="86360"/>
          </a:xfrm>
          <a:prstGeom prst="triangle">
            <a:avLst>
              <a:gd name="adj" fmla="val 100000"/>
            </a:avLst>
          </a:prstGeom>
          <a:solidFill>
            <a:srgbClr val="FF7429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3" name="矩形: 圆角 42"/>
          <p:cNvSpPr/>
          <p:nvPr>
            <p:custDataLst>
              <p:tags r:id="rId12"/>
            </p:custDataLst>
          </p:nvPr>
        </p:nvSpPr>
        <p:spPr>
          <a:xfrm>
            <a:off x="869950" y="4718685"/>
            <a:ext cx="3323590" cy="1847850"/>
          </a:xfrm>
          <a:prstGeom prst="roundRect">
            <a:avLst>
              <a:gd name="adj" fmla="val 6347"/>
            </a:avLst>
          </a:prstGeom>
          <a:gradFill flip="none" rotWithShape="1">
            <a:gsLst>
              <a:gs pos="0">
                <a:srgbClr val="376FFF">
                  <a:lumMod val="20000"/>
                  <a:lumOff val="80000"/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5875" cap="flat" cmpd="sng" algn="ctr">
            <a:solidFill>
              <a:schemeClr val="tx1">
                <a:lumMod val="65000"/>
                <a:lumOff val="35000"/>
                <a:alpha val="60000"/>
              </a:schemeClr>
            </a:solidFill>
            <a:prstDash val="solid"/>
            <a:miter lim="800000"/>
          </a:ln>
          <a:effectLst>
            <a:outerShdw blurRad="279400" dist="228600" dir="2700000" algn="tl" rotWithShape="0">
              <a:srgbClr val="376FFF">
                <a:alpha val="8000"/>
              </a:srgbClr>
            </a:outerShdw>
          </a:effectLst>
        </p:spPr>
        <p:txBody>
          <a:bodyPr wrap="square" lIns="239795" tIns="616585" rIns="239795" bIns="350520" rtlCol="0" anchor="ctr">
            <a:noAutofit/>
          </a:bodyPr>
          <a:p>
            <a:pPr indent="0" algn="ctr" fontAlgn="auto">
              <a:lnSpc>
                <a:spcPct val="120000"/>
              </a:lnSpc>
              <a:spcBef>
                <a:spcPts val="1200"/>
              </a:spcBef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依托根治理构建三层协同和信任传递架构：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“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根节点（信任锚点）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 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注册（供应）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发现（需求）节点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 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智能体层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”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algn="ctr" fontAlgn="auto">
              <a:lnSpc>
                <a:spcPct val="120000"/>
              </a:lnSpc>
              <a:spcBef>
                <a:spcPts val="1200"/>
              </a:spcBef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（可扩展性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自主可控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精准管制）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4" name="任意多边形: 形状 43"/>
          <p:cNvSpPr/>
          <p:nvPr>
            <p:custDataLst>
              <p:tags r:id="rId13"/>
            </p:custDataLst>
          </p:nvPr>
        </p:nvSpPr>
        <p:spPr>
          <a:xfrm>
            <a:off x="1270000" y="4599305"/>
            <a:ext cx="2523490" cy="518160"/>
          </a:xfrm>
          <a:prstGeom prst="round2SameRect">
            <a:avLst>
              <a:gd name="adj1" fmla="val 0"/>
              <a:gd name="adj2" fmla="val 35242"/>
            </a:avLst>
          </a:prstGeom>
          <a:gradFill flip="none" rotWithShape="1">
            <a:gsLst>
              <a:gs pos="0">
                <a:srgbClr val="376FFF">
                  <a:lumMod val="40000"/>
                  <a:lumOff val="60000"/>
                </a:srgbClr>
              </a:gs>
              <a:gs pos="69000">
                <a:srgbClr val="376FFF"/>
              </a:gs>
              <a:gs pos="100000">
                <a:srgbClr val="376FFF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01600" dist="76200" dir="2700000" algn="tl" rotWithShape="0">
              <a:srgbClr val="376FFF">
                <a:alpha val="25000"/>
              </a:srgbClr>
            </a:outerShdw>
          </a:effectLst>
        </p:spPr>
        <p:txBody>
          <a:bodyPr wrap="square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根治理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——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依托根治理节点构建高可扩展性</a:t>
            </a:r>
            <a:endParaRPr lang="zh-CN" altLang="en-US" sz="1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5" name="等腰三角形 44"/>
          <p:cNvSpPr/>
          <p:nvPr>
            <p:custDataLst>
              <p:tags r:id="rId14"/>
            </p:custDataLst>
          </p:nvPr>
        </p:nvSpPr>
        <p:spPr>
          <a:xfrm>
            <a:off x="1159510" y="4599305"/>
            <a:ext cx="110490" cy="86360"/>
          </a:xfrm>
          <a:prstGeom prst="triangle">
            <a:avLst>
              <a:gd name="adj" fmla="val 100000"/>
            </a:avLst>
          </a:prstGeom>
          <a:solidFill>
            <a:srgbClr val="376FFF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6" name="等腰三角形 45"/>
          <p:cNvSpPr/>
          <p:nvPr>
            <p:custDataLst>
              <p:tags r:id="rId15"/>
            </p:custDataLst>
          </p:nvPr>
        </p:nvSpPr>
        <p:spPr>
          <a:xfrm flipH="1">
            <a:off x="3793490" y="4599305"/>
            <a:ext cx="110490" cy="86360"/>
          </a:xfrm>
          <a:prstGeom prst="triangle">
            <a:avLst>
              <a:gd name="adj" fmla="val 100000"/>
            </a:avLst>
          </a:prstGeom>
          <a:solidFill>
            <a:srgbClr val="376FFF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60020" y="4508500"/>
            <a:ext cx="11759565" cy="2122170"/>
          </a:xfrm>
          <a:prstGeom prst="rect">
            <a:avLst/>
          </a:prstGeom>
          <a:noFill/>
          <a:ln w="12700" cap="rnd" cmpd="sng">
            <a:solidFill>
              <a:schemeClr val="accent1">
                <a:shade val="50000"/>
              </a:schemeClr>
            </a:solidFill>
            <a:prstDash val="sysDot"/>
            <a:miter/>
          </a:ln>
        </p:spPr>
        <p:txBody>
          <a:bodyPr rot="0" vertOverflow="overflow" horzOverflow="overflow" vert="horz" wrap="square" lIns="91440" tIns="45720" rIns="91440" bIns="45720" numCol="1" spcCol="0" rtlCol="0" fromWordArt="0" anchor="ctr" anchorCtr="0" compatLnSpc="1">
            <a:noAutofit/>
          </a:bodyPr>
          <a:p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78435" y="4580255"/>
            <a:ext cx="490220" cy="1925320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</a:rPr>
              <a:t>技术路线</a:t>
            </a:r>
            <a:endParaRPr lang="zh-CN" altLang="en-US" sz="2000" b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2" name="下箭头 51"/>
          <p:cNvSpPr/>
          <p:nvPr/>
        </p:nvSpPr>
        <p:spPr>
          <a:xfrm>
            <a:off x="5709285" y="3980180"/>
            <a:ext cx="398145" cy="517525"/>
          </a:xfrm>
          <a:prstGeom prst="downArrow">
            <a:avLst/>
          </a:prstGeom>
          <a:solidFill>
            <a:schemeClr val="accent1">
              <a:lumMod val="90000"/>
              <a:lumOff val="10000"/>
            </a:schemeClr>
          </a:solidFill>
          <a:ln w="101600" cap="rnd">
            <a:noFill/>
            <a:prstDash val="solid"/>
            <a:miter/>
          </a:ln>
        </p:spPr>
        <p:txBody>
          <a:bodyPr rot="0" vertOverflow="overflow" horzOverflow="overflow" vert="horz" wrap="square" lIns="91440" tIns="45720" rIns="91440" bIns="45720" numCol="1" spcCol="0" rtlCol="0" fromWordArt="0" anchor="ctr" anchorCtr="0" compatLnSpc="1">
            <a:noAutofit/>
          </a:bodyPr>
          <a:p>
            <a:endParaRPr lang="zh-CN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新型智能体分布式标识规范</a:t>
            </a:r>
          </a:p>
        </p:txBody>
      </p:sp>
      <p:sp>
        <p:nvSpPr>
          <p:cNvPr id="18" name="文本框 4"/>
          <p:cNvSpPr txBox="1"/>
          <p:nvPr>
            <p:custDataLst>
              <p:tags r:id="rId1"/>
            </p:custDataLst>
          </p:nvPr>
        </p:nvSpPr>
        <p:spPr>
          <a:xfrm>
            <a:off x="192405" y="864870"/>
            <a:ext cx="11813540" cy="856615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9pPr>
          </a:lstStyle>
          <a:p>
            <a:pPr marL="285750" lvl="0" indent="-285750" algn="l">
              <a:lnSpc>
                <a:spcPct val="130000"/>
              </a:lnSpc>
              <a:buClrTx/>
              <a:buSzTx/>
              <a:buFont typeface="Wingdings" panose="05000000000000000000" charset="0"/>
              <a:buChar char="p"/>
            </a:pP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结合标识规范</a:t>
            </a:r>
            <a:r>
              <a:rPr lang="en-US" altLang="zh-CN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did:ioa</a:t>
            </a: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的文档详述智能体的身份、服务与地址三类标识的映射与功能，在此基础上，深度支持智能体场景的委托授权、大模型安全和数据主权，为智能体的高阶复杂跨域协作提供更全面的数据和信任支撑。</a:t>
            </a:r>
            <a:endParaRPr lang="zh-CN" altLang="en-US" b="1" kern="0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93040" y="1766570"/>
            <a:ext cx="5225415" cy="388620"/>
          </a:xfrm>
          <a:prstGeom prst="rect">
            <a:avLst/>
          </a:prstGeom>
        </p:spPr>
        <p:txBody>
          <a:bodyPr vert="horz"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</a:rPr>
              <a:t>标识编码</a:t>
            </a:r>
            <a:endParaRPr lang="zh-CN" altLang="en-US" sz="2000" b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225" y="4058920"/>
            <a:ext cx="3124200" cy="755650"/>
          </a:xfrm>
          <a:prstGeom prst="rect">
            <a:avLst/>
          </a:prstGeom>
        </p:spPr>
      </p:pic>
      <p:graphicFrame>
        <p:nvGraphicFramePr>
          <p:cNvPr id="13" name="表格 12"/>
          <p:cNvGraphicFramePr/>
          <p:nvPr>
            <p:custDataLst>
              <p:tags r:id="rId3"/>
            </p:custDataLst>
          </p:nvPr>
        </p:nvGraphicFramePr>
        <p:xfrm>
          <a:off x="883920" y="1784985"/>
          <a:ext cx="10977880" cy="3278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6711315"/>
              </a:tblGrid>
              <a:tr h="130429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>
                          <a:solidFill>
                            <a:schemeClr val="dk1"/>
                          </a:solidFill>
                        </a:rPr>
                        <a:t>在</a:t>
                      </a:r>
                      <a:r>
                        <a:rPr lang="en-US" altLang="zh-CN" sz="1400" b="0">
                          <a:solidFill>
                            <a:schemeClr val="dk1"/>
                          </a:solidFill>
                        </a:rPr>
                        <a:t>DID</a:t>
                      </a:r>
                      <a:r>
                        <a:rPr lang="zh-CN" altLang="en-US" sz="1400" b="0">
                          <a:solidFill>
                            <a:schemeClr val="dk1"/>
                          </a:solidFill>
                        </a:rPr>
                        <a:t>文档中，身份标识表现为顶层的</a:t>
                      </a:r>
                      <a:r>
                        <a:rPr lang="en-US" altLang="zh-CN" sz="1400" b="0">
                          <a:solidFill>
                            <a:schemeClr val="dk1"/>
                          </a:solidFill>
                        </a:rPr>
                        <a:t> id </a:t>
                      </a:r>
                      <a:r>
                        <a:rPr lang="zh-CN" altLang="en-US" sz="1400" b="0">
                          <a:solidFill>
                            <a:schemeClr val="dk1"/>
                          </a:solidFill>
                        </a:rPr>
                        <a:t>字段（即全局唯一的</a:t>
                      </a:r>
                      <a:r>
                        <a:rPr lang="en-US" altLang="zh-CN" sz="1400" b="0">
                          <a:solidFill>
                            <a:schemeClr val="dk1"/>
                          </a:solidFill>
                        </a:rPr>
                        <a:t> did:ioa:xxx</a:t>
                      </a:r>
                      <a:r>
                        <a:rPr lang="zh-CN" altLang="en-US" sz="1400" b="0">
                          <a:solidFill>
                            <a:schemeClr val="dk1"/>
                          </a:solidFill>
                        </a:rPr>
                        <a:t>），它完全独立于物理网络位置。文档通过</a:t>
                      </a:r>
                      <a:r>
                        <a:rPr lang="en-US" altLang="zh-CN" sz="1400" b="0">
                          <a:solidFill>
                            <a:schemeClr val="dk1"/>
                          </a:solidFill>
                        </a:rPr>
                        <a:t> verificationMethod </a:t>
                      </a:r>
                      <a:r>
                        <a:rPr lang="zh-CN" altLang="en-US" sz="1400" b="0">
                          <a:solidFill>
                            <a:schemeClr val="dk1"/>
                          </a:solidFill>
                        </a:rPr>
                        <a:t>和</a:t>
                      </a:r>
                      <a:r>
                        <a:rPr lang="en-US" altLang="zh-CN" sz="1400" b="0">
                          <a:solidFill>
                            <a:schemeClr val="dk1"/>
                          </a:solidFill>
                        </a:rPr>
                        <a:t> authentication </a:t>
                      </a:r>
                      <a:r>
                        <a:rPr lang="zh-CN" altLang="en-US" sz="1400" b="0">
                          <a:solidFill>
                            <a:schemeClr val="dk1"/>
                          </a:solidFill>
                        </a:rPr>
                        <a:t>字段为其绑定了非对称加密公钥，支持系统进行毫秒级的本地离线验签与防伪核验。</a:t>
                      </a:r>
                      <a:endParaRPr lang="zh-CN" altLang="en-US" sz="1400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3063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/>
                        <a:t>服务标识在</a:t>
                      </a:r>
                      <a:r>
                        <a:rPr lang="en-US" altLang="zh-CN" sz="1400"/>
                        <a:t>DID</a:t>
                      </a:r>
                      <a:r>
                        <a:rPr lang="zh-CN" altLang="en-US" sz="1400"/>
                        <a:t>文档的</a:t>
                      </a:r>
                      <a:r>
                        <a:rPr lang="en-US" altLang="zh-CN" sz="1400"/>
                        <a:t>service</a:t>
                      </a:r>
                      <a:r>
                        <a:rPr lang="zh-CN" altLang="en-US" sz="1400"/>
                        <a:t>模块，它不涉及底层网络，而是专注于声明</a:t>
                      </a:r>
                      <a:r>
                        <a:rPr lang="en-US" altLang="zh-CN" sz="1400"/>
                        <a:t>“</a:t>
                      </a:r>
                      <a:r>
                        <a:rPr lang="zh-CN" altLang="en-US" sz="1400"/>
                        <a:t>能干什么</a:t>
                      </a:r>
                      <a:r>
                        <a:rPr lang="en-US" altLang="zh-CN" sz="1400"/>
                        <a:t>”</a:t>
                      </a:r>
                      <a:r>
                        <a:rPr lang="zh-CN" altLang="en-US" sz="1400"/>
                        <a:t>。文档内包含了能力描述文本以及结构化的标签等信息。允许智能体随需更新，满足全网大规模的粗粒度能力发现需求。</a:t>
                      </a:r>
                      <a:endParaRPr lang="zh-CN" altLang="en-US" sz="14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4358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400"/>
                        <a:t>地址标识随智能体的云、边、端部署环境动态变化，在文档中显式地配置在</a:t>
                      </a:r>
                      <a:r>
                        <a:rPr lang="en-US" altLang="zh-CN" sz="1400"/>
                        <a:t>serviceEndpoint</a:t>
                      </a:r>
                      <a:r>
                        <a:rPr lang="zh-CN" altLang="en-US" sz="1400"/>
                        <a:t>（服务端点）字段中。</a:t>
                      </a:r>
                      <a:endParaRPr lang="zh-CN" altLang="en-US" sz="1400"/>
                    </a:p>
                  </a:txBody>
                  <a:tcPr anchor="b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5" name="图片 1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4415" y="1858010"/>
            <a:ext cx="3986530" cy="11525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4255" y="4609465"/>
            <a:ext cx="3996690" cy="53530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18770" y="1891665"/>
            <a:ext cx="490220" cy="888365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</a:rPr>
              <a:t>身份</a:t>
            </a:r>
            <a:endParaRPr lang="zh-CN" altLang="en-US" sz="2000" b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18770" y="3376930"/>
            <a:ext cx="490220" cy="888365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</a:rPr>
              <a:t>服务</a:t>
            </a:r>
            <a:endParaRPr lang="zh-CN" altLang="en-US" sz="2000" b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18770" y="4340860"/>
            <a:ext cx="490220" cy="888365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</a:rPr>
              <a:t>地址</a:t>
            </a:r>
            <a:endParaRPr lang="zh-CN" altLang="en-US" sz="2000" b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83920" y="5277485"/>
            <a:ext cx="10977880" cy="1353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>
                <a:sym typeface="+mn-ea"/>
              </a:rPr>
              <a:t>委托授权链</a:t>
            </a:r>
            <a:r>
              <a:rPr lang="zh-CN" altLang="en-US" sz="1200">
                <a:sym typeface="+mn-ea"/>
              </a:rPr>
              <a:t>：突破传统方案仅能</a:t>
            </a:r>
            <a:r>
              <a:rPr lang="en-US" altLang="zh-CN" sz="1200">
                <a:sym typeface="+mn-ea"/>
              </a:rPr>
              <a:t>“</a:t>
            </a:r>
            <a:r>
              <a:rPr lang="zh-CN" altLang="en-US" sz="1200">
                <a:sym typeface="+mn-ea"/>
              </a:rPr>
              <a:t>单跳认证</a:t>
            </a:r>
            <a:r>
              <a:rPr lang="en-US" altLang="zh-CN" sz="1200">
                <a:sym typeface="+mn-ea"/>
              </a:rPr>
              <a:t>”</a:t>
            </a:r>
            <a:r>
              <a:rPr lang="zh-CN" altLang="en-US" sz="1200">
                <a:sym typeface="+mn-ea"/>
              </a:rPr>
              <a:t>的局限，原生支持跨跳委派与权限按跳衰减（如从</a:t>
            </a:r>
            <a:r>
              <a:rPr lang="en-US" altLang="zh-CN" sz="1200">
                <a:sym typeface="+mn-ea"/>
              </a:rPr>
              <a:t>“</a:t>
            </a:r>
            <a:r>
              <a:rPr lang="zh-CN" altLang="en-US" sz="1200">
                <a:sym typeface="+mn-ea"/>
              </a:rPr>
              <a:t>可读写</a:t>
            </a:r>
            <a:r>
              <a:rPr lang="en-US" altLang="zh-CN" sz="1200">
                <a:sym typeface="+mn-ea"/>
              </a:rPr>
              <a:t>”</a:t>
            </a:r>
            <a:r>
              <a:rPr lang="zh-CN" altLang="en-US" sz="1200">
                <a:sym typeface="+mn-ea"/>
              </a:rPr>
              <a:t>衰减为</a:t>
            </a:r>
            <a:r>
              <a:rPr lang="en-US" altLang="zh-CN" sz="1200">
                <a:sym typeface="+mn-ea"/>
              </a:rPr>
              <a:t>“</a:t>
            </a:r>
            <a:r>
              <a:rPr lang="zh-CN" altLang="en-US" sz="1200">
                <a:sym typeface="+mn-ea"/>
              </a:rPr>
              <a:t>仅读取</a:t>
            </a:r>
            <a:r>
              <a:rPr lang="en-US" altLang="zh-CN" sz="1200">
                <a:sym typeface="+mn-ea"/>
              </a:rPr>
              <a:t>”</a:t>
            </a:r>
            <a:r>
              <a:rPr lang="zh-CN" altLang="en-US" sz="1200">
                <a:sym typeface="+mn-ea"/>
              </a:rPr>
              <a:t>），且凭证自带完整授权链条，支持本地离线验签。</a:t>
            </a:r>
            <a:endParaRPr lang="zh-CN" altLang="en-US" sz="1200"/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>
                <a:sym typeface="+mn-ea"/>
              </a:rPr>
              <a:t>大模型安全</a:t>
            </a:r>
            <a:r>
              <a:rPr lang="zh-CN" altLang="en-US" sz="1200">
                <a:sym typeface="+mn-ea"/>
              </a:rPr>
              <a:t>：标识体系不仅验证加密私钥，更与大模型运行时的密码学水印、拒绝向量等内在统计特征深度绑定，从根本上防止私钥被盗后的</a:t>
            </a:r>
            <a:r>
              <a:rPr lang="en-US" altLang="zh-CN" sz="1200">
                <a:sym typeface="+mn-ea"/>
              </a:rPr>
              <a:t>“</a:t>
            </a:r>
            <a:r>
              <a:rPr lang="zh-CN" altLang="en-US" sz="1200">
                <a:sym typeface="+mn-ea"/>
              </a:rPr>
              <a:t>灵魂替换</a:t>
            </a:r>
            <a:r>
              <a:rPr lang="en-US" altLang="zh-CN" sz="1200">
                <a:sym typeface="+mn-ea"/>
              </a:rPr>
              <a:t>”</a:t>
            </a:r>
            <a:r>
              <a:rPr lang="zh-CN" altLang="en-US" sz="1200">
                <a:sym typeface="+mn-ea"/>
              </a:rPr>
              <a:t>与模型冒充。</a:t>
            </a:r>
            <a:endParaRPr lang="zh-CN" altLang="en-US" sz="1200"/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>
                <a:sym typeface="+mn-ea"/>
              </a:rPr>
              <a:t>自我主权身份</a:t>
            </a:r>
            <a:r>
              <a:rPr lang="zh-CN" altLang="en-US" sz="1200">
                <a:sym typeface="+mn-ea"/>
              </a:rPr>
              <a:t>：彻底摆脱对单一传统域名的依赖。智能体的任务成功率与合规历史以可验证凭证形式分布式存储，使其能够带着</a:t>
            </a:r>
            <a:r>
              <a:rPr lang="zh-CN" sz="1200">
                <a:sym typeface="+mn-ea"/>
              </a:rPr>
              <a:t>信誉数据</a:t>
            </a:r>
            <a:r>
              <a:rPr lang="zh-CN" altLang="en-US" sz="1200">
                <a:sym typeface="+mn-ea"/>
              </a:rPr>
              <a:t>在不同平台间自由迁移。</a:t>
            </a:r>
            <a:endParaRPr lang="zh-CN" altLang="en-US" sz="1200"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18770" y="5277485"/>
            <a:ext cx="11542395" cy="1483995"/>
          </a:xfrm>
          <a:prstGeom prst="rect">
            <a:avLst/>
          </a:prstGeom>
          <a:noFill/>
          <a:ln w="12700" cap="rnd" cmpd="sng">
            <a:solidFill>
              <a:schemeClr val="accent1">
                <a:shade val="50000"/>
              </a:schemeClr>
            </a:solidFill>
            <a:prstDash val="sysDot"/>
            <a:miter/>
          </a:ln>
        </p:spPr>
        <p:txBody>
          <a:bodyPr rot="0" vertOverflow="overflow" horzOverflow="overflow" vert="horz" wrap="square" lIns="91440" tIns="45720" rIns="91440" bIns="45720" numCol="1" spcCol="0" rtlCol="0" fromWordArt="0" anchor="ctr" anchorCtr="0" compatLnSpc="1">
            <a:noAutofit/>
          </a:bodyPr>
          <a:p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24180" y="5285740"/>
            <a:ext cx="459740" cy="1446530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增强功能</a:t>
            </a: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3625" y="3402330"/>
            <a:ext cx="3827145" cy="690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/>
          <p:cNvSpPr/>
          <p:nvPr>
            <p:ph type="title"/>
          </p:nvPr>
        </p:nvSpPr>
        <p:spPr>
          <a:xfrm>
            <a:off x="318770" y="158750"/>
            <a:ext cx="10099040" cy="445770"/>
          </a:xfrm>
        </p:spPr>
        <p:txBody>
          <a:bodyPr>
            <a:noAutofit/>
          </a:bodyPr>
          <a:p>
            <a:r>
              <a:rPr lang="zh-CN" altLang="en-US"/>
              <a:t>根节点作为信任管理枢纽：以根节点为锚，构建分层级的信任和治理</a:t>
            </a:r>
            <a:endParaRPr lang="zh-CN" altLang="en-US"/>
          </a:p>
        </p:txBody>
      </p:sp>
      <p:sp>
        <p:nvSpPr>
          <p:cNvPr id="295" name="文本框 53"/>
          <p:cNvSpPr txBox="1"/>
          <p:nvPr/>
        </p:nvSpPr>
        <p:spPr>
          <a:xfrm>
            <a:off x="7493000" y="6531610"/>
            <a:ext cx="1795145" cy="284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defTabSz="914400" fontAlgn="auto">
              <a:buClrTx/>
              <a:buSzTx/>
              <a:buFontTx/>
            </a:pPr>
            <a:r>
              <a:rPr lang="zh-CN" altLang="en-US" sz="1400" b="1" noProof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用户智能体</a:t>
            </a:r>
            <a:endParaRPr lang="zh-CN" altLang="en-US" sz="1400" b="1" noProof="1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1" name="文本框 53"/>
          <p:cNvSpPr txBox="1"/>
          <p:nvPr/>
        </p:nvSpPr>
        <p:spPr>
          <a:xfrm>
            <a:off x="1752600" y="6531610"/>
            <a:ext cx="1795145" cy="284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defTabSz="914400" fontAlgn="auto">
              <a:buClrTx/>
              <a:buSzTx/>
              <a:buFontTx/>
            </a:pPr>
            <a:r>
              <a:rPr lang="zh-CN" altLang="en-US" sz="1400" b="1" noProof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服务方智能体</a:t>
            </a:r>
            <a:endParaRPr lang="zh-CN" altLang="en-US" sz="1400" b="1" noProof="1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3" name="矩形 302"/>
          <p:cNvSpPr/>
          <p:nvPr/>
        </p:nvSpPr>
        <p:spPr>
          <a:xfrm>
            <a:off x="1489075" y="2762885"/>
            <a:ext cx="8843010" cy="383540"/>
          </a:xfrm>
          <a:prstGeom prst="rect">
            <a:avLst/>
          </a:prstGeom>
          <a:gradFill rotWithShape="1">
            <a:gsLst>
              <a:gs pos="0">
                <a:srgbClr val="0085D0">
                  <a:tint val="50000"/>
                  <a:satMod val="300000"/>
                </a:srgbClr>
              </a:gs>
              <a:gs pos="35000">
                <a:srgbClr val="0085D0">
                  <a:tint val="37000"/>
                  <a:satMod val="300000"/>
                </a:srgbClr>
              </a:gs>
              <a:gs pos="100000">
                <a:srgbClr val="0085D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5D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p>
            <a:pPr algn="ctr"/>
            <a:r>
              <a:rPr lang="zh-CN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根节点</a:t>
            </a:r>
            <a:endParaRPr lang="zh-CN" sz="2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7" name="组合 326"/>
          <p:cNvGrpSpPr/>
          <p:nvPr/>
        </p:nvGrpSpPr>
        <p:grpSpPr>
          <a:xfrm>
            <a:off x="2082165" y="6176645"/>
            <a:ext cx="6634480" cy="329565"/>
            <a:chOff x="4504" y="4140"/>
            <a:chExt cx="10448" cy="545"/>
          </a:xfrm>
        </p:grpSpPr>
        <p:grpSp>
          <p:nvGrpSpPr>
            <p:cNvPr id="280" name="组合 279"/>
            <p:cNvGrpSpPr/>
            <p:nvPr/>
          </p:nvGrpSpPr>
          <p:grpSpPr>
            <a:xfrm rot="0">
              <a:off x="4504" y="4145"/>
              <a:ext cx="1123" cy="540"/>
              <a:chOff x="14142" y="5655"/>
              <a:chExt cx="832" cy="600"/>
            </a:xfrm>
          </p:grpSpPr>
          <p:sp>
            <p:nvSpPr>
              <p:cNvPr id="281" name="矩形 208"/>
              <p:cNvSpPr/>
              <p:nvPr/>
            </p:nvSpPr>
            <p:spPr>
              <a:xfrm>
                <a:off x="14190" y="5660"/>
                <a:ext cx="736" cy="592"/>
              </a:xfrm>
              <a:prstGeom prst="rect">
                <a:avLst/>
              </a:prstGeom>
              <a:solidFill>
                <a:srgbClr val="D6DCE5"/>
              </a:solidFill>
              <a:ln w="63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54528" tIns="27264" rIns="54528" bIns="27264" anchor="ctr" anchorCtr="0"/>
              <a:p>
                <a:pPr algn="ctr" defTabSz="963930"/>
                <a:endParaRPr lang="zh-CN" altLang="en-US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282" name="图片 281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7F7F7">
                      <a:alpha val="100000"/>
                    </a:srgbClr>
                  </a:clrFrom>
                  <a:clrTo>
                    <a:srgbClr val="F7F7F7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4142" y="5655"/>
                <a:ext cx="832" cy="601"/>
              </a:xfrm>
              <a:prstGeom prst="rect">
                <a:avLst/>
              </a:prstGeom>
            </p:spPr>
          </p:pic>
        </p:grpSp>
        <p:grpSp>
          <p:nvGrpSpPr>
            <p:cNvPr id="286" name="组合 285"/>
            <p:cNvGrpSpPr/>
            <p:nvPr/>
          </p:nvGrpSpPr>
          <p:grpSpPr>
            <a:xfrm rot="0">
              <a:off x="13830" y="4140"/>
              <a:ext cx="1123" cy="540"/>
              <a:chOff x="14142" y="5655"/>
              <a:chExt cx="832" cy="600"/>
            </a:xfrm>
          </p:grpSpPr>
          <p:sp>
            <p:nvSpPr>
              <p:cNvPr id="287" name="矩形 208"/>
              <p:cNvSpPr/>
              <p:nvPr/>
            </p:nvSpPr>
            <p:spPr>
              <a:xfrm>
                <a:off x="14190" y="5660"/>
                <a:ext cx="736" cy="592"/>
              </a:xfrm>
              <a:prstGeom prst="rect">
                <a:avLst/>
              </a:prstGeom>
              <a:solidFill>
                <a:srgbClr val="D6DCE5"/>
              </a:solidFill>
              <a:ln w="63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54528" tIns="27264" rIns="54528" bIns="27264" anchor="ctr" anchorCtr="0"/>
              <a:p>
                <a:pPr algn="ctr" defTabSz="963930"/>
                <a:endParaRPr lang="zh-CN" altLang="en-US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288" name="图片 287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7F7F7">
                      <a:alpha val="100000"/>
                    </a:srgbClr>
                  </a:clrFrom>
                  <a:clrTo>
                    <a:srgbClr val="F7F7F7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4142" y="5655"/>
                <a:ext cx="832" cy="601"/>
              </a:xfrm>
              <a:prstGeom prst="rect">
                <a:avLst/>
              </a:prstGeom>
            </p:spPr>
          </p:pic>
        </p:grpSp>
      </p:grpSp>
      <p:sp>
        <p:nvSpPr>
          <p:cNvPr id="329" name="文本框 328"/>
          <p:cNvSpPr txBox="1"/>
          <p:nvPr/>
        </p:nvSpPr>
        <p:spPr bwMode="auto">
          <a:xfrm>
            <a:off x="113665" y="930275"/>
            <a:ext cx="11826240" cy="1694815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vert="horz" wrap="square" numCol="1" spcCol="0" rtlCol="0" fromWordArt="0" anchor="ctr" anchorCtr="0" forceAA="0" compatLnSpc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9pPr>
          </a:lstStyle>
          <a:p>
            <a:pPr marL="285750" lvl="0" indent="-285750" algn="l">
              <a:lnSpc>
                <a:spcPct val="130000"/>
              </a:lnSpc>
              <a:buClrTx/>
              <a:buSzTx/>
              <a:buFont typeface="Wingdings" panose="05000000000000000000" charset="0"/>
              <a:buChar char="p"/>
            </a:pP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根节点是信任锚点，负责授权注册节点提供智能体注册服务，以及授权发现节点提供发现服务，或者取消授权</a:t>
            </a: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b="1" kern="0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  <a:p>
            <a:pPr marL="285750" lvl="0" indent="-285750" algn="l">
              <a:lnSpc>
                <a:spcPct val="130000"/>
              </a:lnSpc>
              <a:buClrTx/>
              <a:buSzTx/>
              <a:buFont typeface="Wingdings" panose="05000000000000000000" charset="0"/>
              <a:buChar char="p"/>
            </a:pP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信任治理的逻辑链条：智能体通过验证注册</a:t>
            </a: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发现节点的凭证是否由根节点颁发，智能体之间互相验证对方凭证是否由已授权注册节点颁发，以点对点的方式来确保信任连接。</a:t>
            </a:r>
            <a:endParaRPr lang="zh-CN" altLang="en-US" b="1" kern="0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  <a:p>
            <a:pPr marL="285750" lvl="0" indent="-285750" algn="l">
              <a:lnSpc>
                <a:spcPct val="130000"/>
              </a:lnSpc>
              <a:buClrTx/>
              <a:buSzTx/>
              <a:buFont typeface="Wingdings" panose="05000000000000000000" charset="0"/>
              <a:buChar char="p"/>
            </a:pP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根节点通过链上公告板，向全网发布对注册/发现节点</a:t>
            </a:r>
            <a:r>
              <a:rPr lang="en-US" altLang="zh-CN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专业</a:t>
            </a:r>
            <a:r>
              <a:rPr lang="en-US" altLang="zh-CN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VC</a:t>
            </a: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机构的授权变更，避免智能体被恶意节点欺骗。</a:t>
            </a:r>
            <a:endParaRPr lang="zh-CN" altLang="en-US" b="1" kern="0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 flipV="1">
            <a:off x="3236595" y="3169920"/>
            <a:ext cx="0" cy="1054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>
            <a:off x="1979295" y="3169920"/>
            <a:ext cx="0" cy="1054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740660" y="3416935"/>
            <a:ext cx="1206500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0-1 </a:t>
            </a:r>
            <a:r>
              <a:rPr lang="zh-CN" altLang="en-US">
                <a:solidFill>
                  <a:schemeClr val="tx1"/>
                </a:solidFill>
              </a:rPr>
              <a:t>申请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凭证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67460" y="3328035"/>
            <a:ext cx="1586865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0-2 </a:t>
            </a:r>
            <a:r>
              <a:rPr lang="zh-CN" altLang="en-US">
                <a:solidFill>
                  <a:schemeClr val="tx1"/>
                </a:solidFill>
              </a:rPr>
              <a:t>颁发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授权</a:t>
            </a:r>
            <a:r>
              <a:rPr lang="zh-CN" altLang="en-US">
                <a:solidFill>
                  <a:schemeClr val="tx1"/>
                </a:solidFill>
              </a:rPr>
              <a:t>凭证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7611110" y="3182620"/>
            <a:ext cx="6985" cy="13138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6703695" y="3182620"/>
            <a:ext cx="24130" cy="13601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893560" y="3429635"/>
            <a:ext cx="158686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0-1 </a:t>
            </a:r>
            <a:r>
              <a:rPr lang="zh-CN" altLang="en-US">
                <a:solidFill>
                  <a:schemeClr val="tx1"/>
                </a:solidFill>
              </a:rPr>
              <a:t>申请凭证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93460" y="3302635"/>
            <a:ext cx="1170940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0-2 </a:t>
            </a:r>
            <a:r>
              <a:rPr lang="zh-CN" altLang="en-US">
                <a:solidFill>
                  <a:schemeClr val="tx1"/>
                </a:solidFill>
              </a:rPr>
              <a:t>颁发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授权凭证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83995" y="6038215"/>
            <a:ext cx="4237355" cy="76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01600" cap="rnd">
            <a:noFill/>
            <a:prstDash val="solid"/>
            <a:miter/>
          </a:ln>
        </p:spPr>
        <p:txBody>
          <a:bodyPr rot="0" vertOverflow="overflow" horzOverflow="overflow" vert="horz" wrap="square" lIns="91440" tIns="45720" rIns="91440" bIns="45720" numCol="1" spcCol="0" rtlCol="0" fromWordArt="0" anchor="ctr" anchorCtr="0" compatLnSpc="1">
            <a:noAutofit/>
          </a:bodyPr>
          <a:p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4455795" y="4673600"/>
            <a:ext cx="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2588895" y="4673600"/>
            <a:ext cx="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947160" y="5055235"/>
            <a:ext cx="1155065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1-1 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申请注册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851660" y="5042535"/>
            <a:ext cx="1586865" cy="5429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tx1"/>
                </a:solidFill>
              </a:rPr>
              <a:t>1-2 </a:t>
            </a:r>
            <a:r>
              <a:rPr lang="zh-CN" altLang="en-US">
                <a:solidFill>
                  <a:schemeClr val="tx1"/>
                </a:solidFill>
              </a:rPr>
              <a:t>颁发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成功注册</a:t>
            </a:r>
            <a:r>
              <a:rPr lang="zh-CN" altLang="en-US">
                <a:solidFill>
                  <a:schemeClr val="tx1"/>
                </a:solidFill>
              </a:rPr>
              <a:t>凭证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0" name="直接箭头连接符 19"/>
          <p:cNvCxnSpPr>
            <a:endCxn id="305" idx="2"/>
          </p:cNvCxnSpPr>
          <p:nvPr/>
        </p:nvCxnSpPr>
        <p:spPr>
          <a:xfrm flipV="1">
            <a:off x="7861935" y="5038725"/>
            <a:ext cx="13335" cy="10102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842760" y="5231130"/>
            <a:ext cx="1979295" cy="2305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tx1"/>
                </a:solidFill>
              </a:rPr>
              <a:t>4 </a:t>
            </a:r>
            <a:r>
              <a:rPr lang="zh-CN" altLang="en-US">
                <a:solidFill>
                  <a:schemeClr val="tx1"/>
                </a:solidFill>
              </a:rPr>
              <a:t>调用发现服务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243955" y="6038215"/>
            <a:ext cx="3707130" cy="76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01600" cap="rnd">
            <a:noFill/>
            <a:prstDash val="solid"/>
            <a:miter/>
          </a:ln>
        </p:spPr>
        <p:txBody>
          <a:bodyPr rot="0" vertOverflow="overflow" horzOverflow="overflow" vert="horz" wrap="square" lIns="91440" tIns="45720" rIns="91440" bIns="45720" numCol="1" spcCol="0" rtlCol="0" fromWordArt="0" anchor="ctr" anchorCtr="0" compatLnSpc="1">
            <a:noAutofit/>
          </a:bodyPr>
          <a:p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05" name="矩形 304"/>
          <p:cNvSpPr/>
          <p:nvPr/>
        </p:nvSpPr>
        <p:spPr>
          <a:xfrm>
            <a:off x="6461125" y="4570095"/>
            <a:ext cx="2827655" cy="4686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 cap="flat" cmpd="sng" algn="ctr">
            <a:solidFill>
              <a:srgbClr val="0085D0"/>
            </a:solidFill>
            <a:prstDash val="solid"/>
          </a:ln>
          <a:effectLst/>
          <a:scene3d>
            <a:camera prst="orthographicFront"/>
            <a:lightRig rig="threePt" dir="t"/>
          </a:scene3d>
          <a:sp3d/>
        </p:spPr>
        <p:txBody>
          <a:bodyPr lIns="91440" tIns="45720" rIns="91440" bIns="45720" rtlCol="0" anchor="ctr"/>
          <a:p>
            <a:pPr algn="ctr"/>
            <a:r>
              <a:rPr lang="zh-CN" altLang="en-US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发现节点</a:t>
            </a:r>
            <a:endParaRPr lang="zh-CN" altLang="en-US" sz="2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flipV="1">
            <a:off x="4785995" y="3195320"/>
            <a:ext cx="0" cy="1054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290060" y="3442335"/>
            <a:ext cx="1586865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2 </a:t>
            </a:r>
            <a:r>
              <a:rPr lang="zh-CN" altLang="en-US">
                <a:solidFill>
                  <a:schemeClr val="tx1"/>
                </a:solidFill>
              </a:rPr>
              <a:t>提交智能体信息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4" name="矩形 303"/>
          <p:cNvSpPr/>
          <p:nvPr/>
        </p:nvSpPr>
        <p:spPr>
          <a:xfrm>
            <a:off x="1489075" y="4204335"/>
            <a:ext cx="3689985" cy="46863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3175" cap="flat" cmpd="sng" algn="ctr">
            <a:solidFill>
              <a:srgbClr val="0085D0"/>
            </a:solidFill>
            <a:prstDash val="solid"/>
          </a:ln>
          <a:effectLst/>
          <a:scene3d>
            <a:camera prst="orthographicFront"/>
            <a:lightRig rig="threePt" dir="t"/>
          </a:scene3d>
          <a:sp3d extrusionH="76200">
            <a:extrusionClr>
              <a:schemeClr val="tx1"/>
            </a:extrusionClr>
          </a:sp3d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注册节点</a:t>
            </a:r>
            <a:endParaRPr lang="zh-CN" altLang="en-US" sz="2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 flipV="1">
            <a:off x="3267075" y="6426200"/>
            <a:ext cx="4483100" cy="127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749165" y="6245860"/>
            <a:ext cx="149733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5 </a:t>
            </a:r>
            <a:r>
              <a:rPr lang="zh-CN" altLang="en-US">
                <a:solidFill>
                  <a:schemeClr val="tx1"/>
                </a:solidFill>
              </a:rPr>
              <a:t>建立连接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59210" y="3317875"/>
            <a:ext cx="465455" cy="2235200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3175" cap="flat" cmpd="sng" algn="ctr">
            <a:solidFill>
              <a:srgbClr val="0085D0"/>
            </a:solidFill>
            <a:prstDash val="solid"/>
          </a:ln>
          <a:effectLst/>
          <a:scene3d>
            <a:camera prst="orthographicFront"/>
            <a:lightRig rig="threePt" dir="t"/>
          </a:scene3d>
          <a:sp3d/>
        </p:spPr>
        <p:txBody>
          <a:bodyPr rot="0" vert="horz" wrap="square" lIns="91440" tIns="45720" rIns="91440" bIns="45720" numCol="1" spcCol="0" rtlCol="0" fromWordArt="0" anchor="ctr" anchorCtr="0" compatLnSpc="0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CDN</a:t>
            </a:r>
            <a:endParaRPr lang="en-US" altLang="zh-CN" sz="2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3" name="肘形连接符 12"/>
          <p:cNvCxnSpPr>
            <a:stCxn id="303" idx="3"/>
            <a:endCxn id="3" idx="0"/>
          </p:cNvCxnSpPr>
          <p:nvPr/>
        </p:nvCxnSpPr>
        <p:spPr>
          <a:xfrm>
            <a:off x="10332085" y="2954655"/>
            <a:ext cx="1360170" cy="36322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肘形连接符 13"/>
          <p:cNvCxnSpPr>
            <a:endCxn id="305" idx="3"/>
          </p:cNvCxnSpPr>
          <p:nvPr/>
        </p:nvCxnSpPr>
        <p:spPr>
          <a:xfrm rot="10800000" flipV="1">
            <a:off x="9288780" y="4796790"/>
            <a:ext cx="2282190" cy="762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418445" y="2682875"/>
            <a:ext cx="104140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3</a:t>
            </a:r>
            <a:r>
              <a:rPr lang="en-US">
                <a:solidFill>
                  <a:schemeClr val="tx1"/>
                </a:solidFill>
              </a:rPr>
              <a:t>-2</a:t>
            </a:r>
            <a:r>
              <a:rPr lang="zh-CN" altLang="en-US">
                <a:solidFill>
                  <a:schemeClr val="tx1"/>
                </a:solidFill>
              </a:rPr>
              <a:t>同步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197465" y="4584065"/>
            <a:ext cx="104140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3</a:t>
            </a:r>
            <a:r>
              <a:rPr lang="en-US">
                <a:solidFill>
                  <a:schemeClr val="tx1"/>
                </a:solidFill>
              </a:rPr>
              <a:t>-3</a:t>
            </a:r>
            <a:r>
              <a:rPr lang="zh-CN" altLang="en-US">
                <a:solidFill>
                  <a:schemeClr val="tx1"/>
                </a:solidFill>
              </a:rPr>
              <a:t>同步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 flipH="1">
            <a:off x="8927465" y="3182620"/>
            <a:ext cx="6350" cy="14408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8514715" y="3415665"/>
            <a:ext cx="104140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3</a:t>
            </a:r>
            <a:r>
              <a:rPr lang="en-US">
                <a:solidFill>
                  <a:schemeClr val="tx1"/>
                </a:solidFill>
              </a:rPr>
              <a:t>-1</a:t>
            </a:r>
            <a:r>
              <a:rPr lang="zh-CN" altLang="en-US">
                <a:solidFill>
                  <a:schemeClr val="tx1"/>
                </a:solidFill>
              </a:rPr>
              <a:t>通知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07315" y="2762885"/>
            <a:ext cx="379095" cy="36626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 cap="flat" cmpd="sng" algn="ctr">
            <a:solidFill>
              <a:srgbClr val="0085D0"/>
            </a:solidFill>
            <a:prstDash val="solid"/>
          </a:ln>
          <a:effectLst/>
          <a:scene3d>
            <a:camera prst="orthographicFront"/>
            <a:lightRig rig="threePt" dir="t"/>
          </a:scene3d>
          <a:sp3d/>
        </p:spPr>
        <p:txBody>
          <a:bodyPr rot="0" vert="horz" wrap="square" lIns="91440" tIns="45720" rIns="91440" bIns="45720" numCol="1" spcCol="0" rtlCol="0" fromWordArt="0" anchor="ctr" anchorCtr="0" compatLnSpc="0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链上公告板</a:t>
            </a:r>
            <a:endParaRPr lang="zh-CN" altLang="en-US" sz="2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1" name="直接箭头连接符 30"/>
          <p:cNvCxnSpPr>
            <a:stCxn id="303" idx="1"/>
          </p:cNvCxnSpPr>
          <p:nvPr/>
        </p:nvCxnSpPr>
        <p:spPr>
          <a:xfrm flipH="1">
            <a:off x="504825" y="2954655"/>
            <a:ext cx="984250" cy="635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endCxn id="304" idx="1"/>
          </p:cNvCxnSpPr>
          <p:nvPr/>
        </p:nvCxnSpPr>
        <p:spPr>
          <a:xfrm>
            <a:off x="447040" y="4427220"/>
            <a:ext cx="1042035" cy="1143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493395" y="4843780"/>
            <a:ext cx="6015355" cy="1143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539750" y="6200140"/>
            <a:ext cx="1042035" cy="11430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矩形 34"/>
          <p:cNvSpPr/>
          <p:nvPr>
            <p:custDataLst>
              <p:tags r:id="rId2"/>
            </p:custDataLst>
          </p:nvPr>
        </p:nvSpPr>
        <p:spPr>
          <a:xfrm>
            <a:off x="9425940" y="5504815"/>
            <a:ext cx="1683385" cy="435610"/>
          </a:xfrm>
          <a:prstGeom prst="rect">
            <a:avLst/>
          </a:prstGeom>
          <a:gradFill rotWithShape="1">
            <a:gsLst>
              <a:gs pos="0">
                <a:srgbClr val="0085D0">
                  <a:tint val="50000"/>
                  <a:satMod val="300000"/>
                </a:srgbClr>
              </a:gs>
              <a:gs pos="35000">
                <a:srgbClr val="0085D0">
                  <a:tint val="37000"/>
                  <a:satMod val="300000"/>
                </a:srgbClr>
              </a:gs>
              <a:gs pos="100000">
                <a:srgbClr val="0085D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5D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p>
            <a:pPr algn="ctr"/>
            <a:r>
              <a:rPr lang="zh-CN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三方</a:t>
            </a:r>
            <a:r>
              <a:rPr lang="en-US" altLang="zh-CN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</a:t>
            </a:r>
            <a:r>
              <a:rPr lang="zh-CN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机构</a:t>
            </a:r>
            <a:endParaRPr lang="en-US" altLang="zh-CN" sz="2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箭头连接符 35"/>
          <p:cNvCxnSpPr>
            <a:endCxn id="35" idx="1"/>
          </p:cNvCxnSpPr>
          <p:nvPr/>
        </p:nvCxnSpPr>
        <p:spPr>
          <a:xfrm>
            <a:off x="504825" y="5700395"/>
            <a:ext cx="8921115" cy="22225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9688830" y="3182620"/>
            <a:ext cx="19050" cy="2249170"/>
          </a:xfrm>
          <a:prstGeom prst="straightConnector1">
            <a:avLst/>
          </a:prstGeom>
          <a:ln>
            <a:headEnd type="triangl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/>
          <p:cNvSpPr/>
          <p:nvPr>
            <p:ph type="title"/>
          </p:nvPr>
        </p:nvSpPr>
        <p:spPr/>
        <p:txBody>
          <a:bodyPr>
            <a:normAutofit/>
          </a:bodyPr>
          <a:p>
            <a:r>
              <a:rPr>
                <a:sym typeface="+mn-ea"/>
              </a:rPr>
              <a:t>根节点作为数据分发枢纽：</a:t>
            </a:r>
            <a:r>
              <a:rPr lang="en-US" altLang="zh-CN">
                <a:sym typeface="+mn-ea"/>
              </a:rPr>
              <a:t>DID</a:t>
            </a:r>
            <a:r>
              <a:rPr>
                <a:sym typeface="+mn-ea"/>
              </a:rPr>
              <a:t>文档核验保障</a:t>
            </a:r>
            <a:r>
              <a:rPr lang="zh-CN" altLang="en-US"/>
              <a:t>安全分发</a:t>
            </a:r>
            <a:endParaRPr lang="zh-CN" altLang="en-US"/>
          </a:p>
        </p:txBody>
      </p:sp>
      <p:sp>
        <p:nvSpPr>
          <p:cNvPr id="329" name="文本框 328"/>
          <p:cNvSpPr txBox="1"/>
          <p:nvPr/>
        </p:nvSpPr>
        <p:spPr bwMode="auto">
          <a:xfrm>
            <a:off x="113665" y="930275"/>
            <a:ext cx="11826240" cy="259842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vert="horz" wrap="square" numCol="1" spcCol="0" rtlCol="0" fromWordArt="0" anchor="ctr" anchorCtr="0" forceAA="0" compatLnSpc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9pPr>
          </a:lstStyle>
          <a:p>
            <a:pPr marL="285750" lvl="0" indent="-285750" algn="l">
              <a:lnSpc>
                <a:spcPct val="130000"/>
              </a:lnSpc>
              <a:buClrTx/>
              <a:buSzTx/>
              <a:buFont typeface="Wingdings" panose="05000000000000000000" charset="0"/>
              <a:buChar char="p"/>
            </a:pP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根节点也是智能体全网分发枢纽，根节点委托内容分发网络向全网发现节点分发智能体数据。</a:t>
            </a:r>
            <a:endParaRPr lang="zh-CN" altLang="en-US" b="1" kern="0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  <a:p>
            <a:pPr marL="285750" lvl="0" indent="-285750" algn="l">
              <a:lnSpc>
                <a:spcPct val="130000"/>
              </a:lnSpc>
              <a:buClrTx/>
              <a:buSzTx/>
              <a:buFont typeface="Wingdings" panose="05000000000000000000" charset="0"/>
              <a:buChar char="p"/>
            </a:pP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针对二级节点不完全可信的客观场景，要求注册节点上报完整的</a:t>
            </a: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DID</a:t>
            </a: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文档，根节点对智能体信息做一系列核验和防护，避免局部安全风险向全网扩散。</a:t>
            </a:r>
            <a:endParaRPr lang="zh-CN" altLang="en-US" b="1" kern="0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  <a:p>
            <a:pPr marL="285750" lvl="0" indent="-285750" algn="l">
              <a:lnSpc>
                <a:spcPct val="130000"/>
              </a:lnSpc>
              <a:buClrTx/>
              <a:buSzTx/>
              <a:buFont typeface="Wingdings" panose="05000000000000000000" charset="0"/>
              <a:buChar char="p"/>
            </a:pP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根节点校验</a:t>
            </a: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DID</a:t>
            </a: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文档过程是流水线式的，无需维护大量状态，由内容分发网络承载大流量工作，避免根节点成为性能和可靠性瓶颈。</a:t>
            </a:r>
            <a:endParaRPr lang="zh-CN" altLang="en-US" b="1" kern="0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  <a:p>
            <a:pPr marL="285750" lvl="0" indent="-285750" algn="l">
              <a:lnSpc>
                <a:spcPct val="130000"/>
              </a:lnSpc>
              <a:buClrTx/>
              <a:buSzTx/>
              <a:buFont typeface="Wingdings" panose="05000000000000000000" charset="0"/>
              <a:buChar char="p"/>
            </a:pP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为保障数据隐私安全，根节点可实施基于令牌/签名的访问控制与分发决策，委托内容分发网络负责执行。</a:t>
            </a:r>
            <a:endParaRPr lang="zh-CN" altLang="en-US" b="1" kern="0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03" name="矩形 302"/>
          <p:cNvSpPr/>
          <p:nvPr>
            <p:custDataLst>
              <p:tags r:id="rId1"/>
            </p:custDataLst>
          </p:nvPr>
        </p:nvSpPr>
        <p:spPr>
          <a:xfrm>
            <a:off x="3388360" y="3824605"/>
            <a:ext cx="4463415" cy="383540"/>
          </a:xfrm>
          <a:prstGeom prst="rect">
            <a:avLst/>
          </a:prstGeom>
          <a:gradFill rotWithShape="1">
            <a:gsLst>
              <a:gs pos="0">
                <a:srgbClr val="0085D0">
                  <a:tint val="50000"/>
                  <a:satMod val="300000"/>
                </a:srgbClr>
              </a:gs>
              <a:gs pos="35000">
                <a:srgbClr val="0085D0">
                  <a:tint val="37000"/>
                  <a:satMod val="300000"/>
                </a:srgbClr>
              </a:gs>
              <a:gs pos="100000">
                <a:srgbClr val="0085D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5D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p>
            <a:pPr algn="ctr"/>
            <a:r>
              <a:rPr lang="zh-CN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根节点</a:t>
            </a:r>
            <a:endParaRPr lang="zh-CN" sz="2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5" name="矩形 304"/>
          <p:cNvSpPr/>
          <p:nvPr>
            <p:custDataLst>
              <p:tags r:id="rId2"/>
            </p:custDataLst>
          </p:nvPr>
        </p:nvSpPr>
        <p:spPr>
          <a:xfrm>
            <a:off x="5332730" y="5266055"/>
            <a:ext cx="2190115" cy="4686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 cap="flat" cmpd="sng" algn="ctr">
            <a:solidFill>
              <a:srgbClr val="0085D0"/>
            </a:solidFill>
            <a:prstDash val="solid"/>
          </a:ln>
          <a:effectLst/>
          <a:scene3d>
            <a:camera prst="orthographicFront"/>
            <a:lightRig rig="threePt" dir="t"/>
          </a:scene3d>
          <a:sp3d/>
        </p:spPr>
        <p:txBody>
          <a:bodyPr lIns="91440" tIns="45720" rIns="91440" bIns="45720" rtlCol="0" anchor="ctr"/>
          <a:p>
            <a:pPr algn="ctr"/>
            <a:r>
              <a:rPr lang="zh-CN" altLang="en-US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发现节点</a:t>
            </a:r>
            <a:endParaRPr lang="zh-CN" altLang="en-US" sz="2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箭头连接符 23"/>
          <p:cNvCxnSpPr/>
          <p:nvPr>
            <p:custDataLst>
              <p:tags r:id="rId3"/>
            </p:custDataLst>
          </p:nvPr>
        </p:nvCxnSpPr>
        <p:spPr>
          <a:xfrm flipV="1">
            <a:off x="3825875" y="4257040"/>
            <a:ext cx="0" cy="1054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>
            <p:custDataLst>
              <p:tags r:id="rId4"/>
            </p:custDataLst>
          </p:nvPr>
        </p:nvSpPr>
        <p:spPr>
          <a:xfrm>
            <a:off x="3329940" y="4504055"/>
            <a:ext cx="1586865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1 </a:t>
            </a:r>
            <a:r>
              <a:rPr lang="zh-CN" altLang="en-US">
                <a:solidFill>
                  <a:schemeClr val="tx1"/>
                </a:solidFill>
              </a:rPr>
              <a:t>提交智能体文档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4" name="矩形 303"/>
          <p:cNvSpPr/>
          <p:nvPr>
            <p:custDataLst>
              <p:tags r:id="rId5"/>
            </p:custDataLst>
          </p:nvPr>
        </p:nvSpPr>
        <p:spPr>
          <a:xfrm>
            <a:off x="2832735" y="5266055"/>
            <a:ext cx="2233930" cy="46863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3175" cap="flat" cmpd="sng" algn="ctr">
            <a:solidFill>
              <a:srgbClr val="0085D0"/>
            </a:solidFill>
            <a:prstDash val="solid"/>
          </a:ln>
          <a:effectLst/>
          <a:scene3d>
            <a:camera prst="orthographicFront"/>
            <a:lightRig rig="threePt" dir="t"/>
          </a:scene3d>
          <a:sp3d extrusionH="76200">
            <a:extrusionClr>
              <a:schemeClr val="tx1"/>
            </a:extrusionClr>
          </a:sp3d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注册节点</a:t>
            </a:r>
            <a:endParaRPr lang="zh-CN" altLang="en-US" sz="2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387455" y="3675380"/>
            <a:ext cx="537210" cy="2939415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3175" cap="flat" cmpd="sng" algn="ctr">
            <a:solidFill>
              <a:srgbClr val="0085D0"/>
            </a:solidFill>
            <a:prstDash val="solid"/>
          </a:ln>
          <a:effectLst/>
          <a:scene3d>
            <a:camera prst="orthographicFront"/>
            <a:lightRig rig="threePt" dir="t"/>
          </a:scene3d>
          <a:sp3d/>
        </p:spPr>
        <p:txBody>
          <a:bodyPr rot="0" vert="horz" wrap="square" lIns="91440" tIns="45720" rIns="91440" bIns="45720" numCol="1" spcCol="0" rtlCol="0" fromWordArt="0" anchor="ctr" anchorCtr="0" compatLnSpc="0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CDN</a:t>
            </a:r>
            <a:endParaRPr lang="en-US" altLang="zh-CN" sz="2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3" name="肘形连接符 12"/>
          <p:cNvCxnSpPr>
            <a:stCxn id="303" idx="3"/>
          </p:cNvCxnSpPr>
          <p:nvPr>
            <p:custDataLst>
              <p:tags r:id="rId6"/>
            </p:custDataLst>
          </p:nvPr>
        </p:nvCxnSpPr>
        <p:spPr>
          <a:xfrm flipV="1">
            <a:off x="7851775" y="4005580"/>
            <a:ext cx="3569335" cy="10795"/>
          </a:xfrm>
          <a:prstGeom prst="bentConnector3">
            <a:avLst>
              <a:gd name="adj1" fmla="val 5000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8928735" y="3744595"/>
            <a:ext cx="1255395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同步</a:t>
            </a:r>
            <a:r>
              <a:rPr lang="en-US" altLang="zh-CN">
                <a:solidFill>
                  <a:schemeClr val="tx1"/>
                </a:solidFill>
              </a:rPr>
              <a:t>DID</a:t>
            </a:r>
            <a:r>
              <a:rPr lang="zh-CN" altLang="en-US">
                <a:solidFill>
                  <a:schemeClr val="tx1"/>
                </a:solidFill>
              </a:rPr>
              <a:t>文档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1" name="直接箭头连接符 10"/>
          <p:cNvCxnSpPr/>
          <p:nvPr>
            <p:custDataLst>
              <p:tags r:id="rId8"/>
            </p:custDataLst>
          </p:nvPr>
        </p:nvCxnSpPr>
        <p:spPr>
          <a:xfrm>
            <a:off x="6545580" y="4256405"/>
            <a:ext cx="0" cy="1054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5936615" y="4414520"/>
            <a:ext cx="1586865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3 </a:t>
            </a:r>
            <a:r>
              <a:rPr lang="zh-CN" altLang="en-US">
                <a:solidFill>
                  <a:schemeClr val="tx1"/>
                </a:solidFill>
              </a:rPr>
              <a:t>更新通知（</a:t>
            </a:r>
            <a:r>
              <a:rPr lang="en-US" altLang="zh-CN">
                <a:solidFill>
                  <a:schemeClr val="tx1"/>
                </a:solidFill>
              </a:rPr>
              <a:t>+</a:t>
            </a:r>
            <a:r>
              <a:rPr lang="zh-CN" altLang="en-US">
                <a:solidFill>
                  <a:schemeClr val="tx1"/>
                </a:solidFill>
              </a:rPr>
              <a:t>核验数据）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5" name="直接箭头连接符 14"/>
          <p:cNvCxnSpPr>
            <a:stCxn id="305" idx="3"/>
          </p:cNvCxnSpPr>
          <p:nvPr>
            <p:custDataLst>
              <p:tags r:id="rId10"/>
            </p:custDataLst>
          </p:nvPr>
        </p:nvCxnSpPr>
        <p:spPr>
          <a:xfrm>
            <a:off x="7522845" y="5500370"/>
            <a:ext cx="3875405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9229090" y="5263515"/>
            <a:ext cx="1586865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4 </a:t>
            </a:r>
            <a:r>
              <a:rPr lang="zh-CN" altLang="en-US">
                <a:solidFill>
                  <a:schemeClr val="tx1"/>
                </a:solidFill>
              </a:rPr>
              <a:t>按需请求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+</a:t>
            </a:r>
            <a:r>
              <a:rPr lang="zh-CN" altLang="en-US">
                <a:solidFill>
                  <a:schemeClr val="tx1"/>
                </a:solidFill>
              </a:rPr>
              <a:t>核验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5" name="文本框 53"/>
          <p:cNvSpPr txBox="1"/>
          <p:nvPr/>
        </p:nvSpPr>
        <p:spPr>
          <a:xfrm>
            <a:off x="5767070" y="6463030"/>
            <a:ext cx="1795145" cy="284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defTabSz="914400" fontAlgn="auto">
              <a:buClrTx/>
              <a:buSzTx/>
              <a:buFontTx/>
            </a:pPr>
            <a:r>
              <a:rPr lang="zh-CN" altLang="en-US" sz="1400" b="1" noProof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用户智能体</a:t>
            </a:r>
            <a:endParaRPr lang="zh-CN" altLang="en-US" sz="1400" b="1" noProof="1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1" name="文本框 53"/>
          <p:cNvSpPr txBox="1"/>
          <p:nvPr/>
        </p:nvSpPr>
        <p:spPr>
          <a:xfrm>
            <a:off x="3135630" y="6463030"/>
            <a:ext cx="1795145" cy="284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defTabSz="914400" fontAlgn="auto">
              <a:buClrTx/>
              <a:buSzTx/>
              <a:buFontTx/>
            </a:pPr>
            <a:r>
              <a:rPr lang="zh-CN" altLang="en-US" sz="1400" b="1" noProof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服务方智能体</a:t>
            </a:r>
            <a:endParaRPr lang="zh-CN" altLang="en-US" sz="1400" b="1" noProof="1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80" name="组合 279"/>
          <p:cNvGrpSpPr/>
          <p:nvPr/>
        </p:nvGrpSpPr>
        <p:grpSpPr>
          <a:xfrm rot="0">
            <a:off x="3716655" y="5986145"/>
            <a:ext cx="713105" cy="433070"/>
            <a:chOff x="14142" y="5655"/>
            <a:chExt cx="832" cy="600"/>
          </a:xfrm>
        </p:grpSpPr>
        <p:sp>
          <p:nvSpPr>
            <p:cNvPr id="281" name="矩形 208"/>
            <p:cNvSpPr/>
            <p:nvPr/>
          </p:nvSpPr>
          <p:spPr>
            <a:xfrm>
              <a:off x="14190" y="5660"/>
              <a:ext cx="736" cy="592"/>
            </a:xfrm>
            <a:prstGeom prst="rect">
              <a:avLst/>
            </a:prstGeom>
            <a:solidFill>
              <a:srgbClr val="D6DCE5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4528" tIns="27264" rIns="54528" bIns="27264" anchor="ctr" anchorCtr="0"/>
            <a:p>
              <a:pPr algn="ctr" defTabSz="963930"/>
              <a:endPara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82" name="图片 281"/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7F7F7">
                    <a:alpha val="100000"/>
                  </a:srgbClr>
                </a:clrFrom>
                <a:clrTo>
                  <a:srgbClr val="F7F7F7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4142" y="5655"/>
              <a:ext cx="832" cy="601"/>
            </a:xfrm>
            <a:prstGeom prst="rect">
              <a:avLst/>
            </a:prstGeom>
          </p:spPr>
        </p:pic>
      </p:grpSp>
      <p:grpSp>
        <p:nvGrpSpPr>
          <p:cNvPr id="286" name="组合 285"/>
          <p:cNvGrpSpPr/>
          <p:nvPr/>
        </p:nvGrpSpPr>
        <p:grpSpPr>
          <a:xfrm rot="0">
            <a:off x="6278245" y="5982335"/>
            <a:ext cx="713105" cy="433070"/>
            <a:chOff x="14142" y="5655"/>
            <a:chExt cx="832" cy="600"/>
          </a:xfrm>
        </p:grpSpPr>
        <p:sp>
          <p:nvSpPr>
            <p:cNvPr id="287" name="矩形 208"/>
            <p:cNvSpPr/>
            <p:nvPr/>
          </p:nvSpPr>
          <p:spPr>
            <a:xfrm>
              <a:off x="14190" y="5660"/>
              <a:ext cx="736" cy="592"/>
            </a:xfrm>
            <a:prstGeom prst="rect">
              <a:avLst/>
            </a:prstGeom>
            <a:solidFill>
              <a:srgbClr val="D6DCE5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4528" tIns="27264" rIns="54528" bIns="27264" anchor="ctr" anchorCtr="0"/>
            <a:p>
              <a:pPr algn="ctr" defTabSz="963930"/>
              <a:endPara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88" name="图片 287"/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7F7F7">
                    <a:alpha val="100000"/>
                  </a:srgbClr>
                </a:clrFrom>
                <a:clrTo>
                  <a:srgbClr val="F7F7F7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4142" y="5655"/>
              <a:ext cx="832" cy="601"/>
            </a:xfrm>
            <a:prstGeom prst="rect">
              <a:avLst/>
            </a:prstGeom>
          </p:spPr>
        </p:pic>
      </p:grpSp>
      <p:sp>
        <p:nvSpPr>
          <p:cNvPr id="18" name="矩形 17"/>
          <p:cNvSpPr/>
          <p:nvPr>
            <p:custDataLst>
              <p:tags r:id="rId13"/>
            </p:custDataLst>
          </p:nvPr>
        </p:nvSpPr>
        <p:spPr>
          <a:xfrm>
            <a:off x="113665" y="3820160"/>
            <a:ext cx="1402080" cy="1143000"/>
          </a:xfrm>
          <a:prstGeom prst="rect">
            <a:avLst/>
          </a:prstGeom>
          <a:gradFill rotWithShape="1">
            <a:gsLst>
              <a:gs pos="0">
                <a:srgbClr val="0085D0">
                  <a:tint val="50000"/>
                  <a:satMod val="300000"/>
                </a:srgbClr>
              </a:gs>
              <a:gs pos="35000">
                <a:srgbClr val="0085D0">
                  <a:tint val="37000"/>
                  <a:satMod val="300000"/>
                </a:srgbClr>
              </a:gs>
              <a:gs pos="100000">
                <a:srgbClr val="0085D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5D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p>
            <a:pPr algn="ctr"/>
            <a:r>
              <a:rPr lang="zh-CN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多版本存档</a:t>
            </a:r>
            <a:endParaRPr lang="zh-CN" sz="2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/>
          <p:cNvCxnSpPr>
            <a:stCxn id="303" idx="1"/>
            <a:endCxn id="303" idx="1"/>
          </p:cNvCxnSpPr>
          <p:nvPr/>
        </p:nvCxnSpPr>
        <p:spPr>
          <a:xfrm>
            <a:off x="3388360" y="4016375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 flipV="1">
            <a:off x="1468755" y="4082415"/>
            <a:ext cx="1951355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14"/>
            </p:custDataLst>
          </p:nvPr>
        </p:nvSpPr>
        <p:spPr>
          <a:xfrm>
            <a:off x="1981200" y="3854450"/>
            <a:ext cx="94107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2 </a:t>
            </a:r>
            <a:r>
              <a:rPr lang="zh-CN" altLang="en-US">
                <a:solidFill>
                  <a:schemeClr val="tx1"/>
                </a:solidFill>
              </a:rPr>
              <a:t>存档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根节点作为语义治理枢纽：服务标识层面赋能高性能发现</a:t>
            </a:r>
            <a:endParaRPr lang="zh-CN" altLang="en-US"/>
          </a:p>
        </p:txBody>
      </p:sp>
      <p:grpSp>
        <p:nvGrpSpPr>
          <p:cNvPr id="49" name="组合 48"/>
          <p:cNvGrpSpPr/>
          <p:nvPr/>
        </p:nvGrpSpPr>
        <p:grpSpPr>
          <a:xfrm>
            <a:off x="3235325" y="3467735"/>
            <a:ext cx="3924300" cy="3211830"/>
            <a:chOff x="5319" y="2651"/>
            <a:chExt cx="6180" cy="6278"/>
          </a:xfrm>
        </p:grpSpPr>
        <p:sp>
          <p:nvSpPr>
            <p:cNvPr id="4" name="圆角矩形 3"/>
            <p:cNvSpPr/>
            <p:nvPr/>
          </p:nvSpPr>
          <p:spPr>
            <a:xfrm>
              <a:off x="7560" y="3180"/>
              <a:ext cx="810" cy="57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20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~</a:t>
              </a:r>
              <a:endParaRPr lang="en-US" altLang="zh-CN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5560" y="5350"/>
              <a:ext cx="770" cy="360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sz="9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部门</a:t>
              </a:r>
              <a:r>
                <a:rPr lang="en-US" altLang="zh-CN" sz="9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</a:t>
              </a:r>
              <a:endParaRPr lang="en-US" altLang="zh-CN" sz="9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6687" y="5340"/>
              <a:ext cx="770" cy="36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sz="9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部门</a:t>
              </a:r>
              <a:r>
                <a:rPr lang="en-US" altLang="zh-CN" sz="9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2</a:t>
              </a:r>
              <a:endParaRPr lang="en-US" altLang="zh-CN" sz="9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7815" y="5350"/>
              <a:ext cx="770" cy="36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sz="9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部门</a:t>
              </a:r>
              <a:r>
                <a:rPr lang="en-US" altLang="zh-CN" sz="9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</a:t>
              </a:r>
              <a:endParaRPr lang="en-US" altLang="zh-CN" sz="9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8" name="直接箭头连接符 7"/>
            <p:cNvCxnSpPr>
              <a:stCxn id="4" idx="2"/>
              <a:endCxn id="13" idx="1"/>
            </p:cNvCxnSpPr>
            <p:nvPr/>
          </p:nvCxnSpPr>
          <p:spPr>
            <a:xfrm flipH="1">
              <a:off x="6120" y="3750"/>
              <a:ext cx="1845" cy="57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>
              <a:stCxn id="4" idx="2"/>
              <a:endCxn id="15" idx="1"/>
            </p:cNvCxnSpPr>
            <p:nvPr/>
          </p:nvCxnSpPr>
          <p:spPr>
            <a:xfrm>
              <a:off x="7965" y="3750"/>
              <a:ext cx="1035" cy="57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>
              <a:endCxn id="14" idx="1"/>
            </p:cNvCxnSpPr>
            <p:nvPr/>
          </p:nvCxnSpPr>
          <p:spPr>
            <a:xfrm flipH="1">
              <a:off x="7615" y="3750"/>
              <a:ext cx="355" cy="57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/>
          </p:nvSpPr>
          <p:spPr>
            <a:xfrm>
              <a:off x="9300" y="5350"/>
              <a:ext cx="770" cy="36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9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...</a:t>
              </a:r>
              <a:endParaRPr lang="en-US" sz="9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12" name="直接箭头连接符 11"/>
            <p:cNvCxnSpPr>
              <a:endCxn id="16" idx="1"/>
            </p:cNvCxnSpPr>
            <p:nvPr/>
          </p:nvCxnSpPr>
          <p:spPr>
            <a:xfrm>
              <a:off x="7990" y="3750"/>
              <a:ext cx="2140" cy="57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" name="圆柱形 12"/>
            <p:cNvSpPr/>
            <p:nvPr/>
          </p:nvSpPr>
          <p:spPr>
            <a:xfrm>
              <a:off x="5690" y="4320"/>
              <a:ext cx="860" cy="460"/>
            </a:xfrm>
            <a:prstGeom prst="can">
              <a:avLst/>
            </a:prstGeom>
            <a:solidFill>
              <a:srgbClr val="92D050"/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9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行</a:t>
              </a:r>
              <a:r>
                <a:rPr lang="zh-CN" altLang="en-US" sz="9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业一</a:t>
              </a:r>
              <a:endParaRPr lang="zh-CN" altLang="en-US" sz="9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4" name="圆柱形 13"/>
            <p:cNvSpPr/>
            <p:nvPr/>
          </p:nvSpPr>
          <p:spPr>
            <a:xfrm>
              <a:off x="7185" y="4320"/>
              <a:ext cx="860" cy="460"/>
            </a:xfrm>
            <a:prstGeom prst="can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9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行业二</a:t>
              </a:r>
              <a:endParaRPr lang="zh-CN" altLang="en-US" sz="9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5" name="圆柱形 14"/>
            <p:cNvSpPr/>
            <p:nvPr/>
          </p:nvSpPr>
          <p:spPr>
            <a:xfrm>
              <a:off x="8570" y="4320"/>
              <a:ext cx="860" cy="460"/>
            </a:xfrm>
            <a:prstGeom prst="can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9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行业三</a:t>
              </a:r>
              <a:endParaRPr lang="zh-CN" altLang="en-US" sz="9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6" name="圆柱形 15"/>
            <p:cNvSpPr/>
            <p:nvPr/>
          </p:nvSpPr>
          <p:spPr>
            <a:xfrm>
              <a:off x="9700" y="4320"/>
              <a:ext cx="860" cy="460"/>
            </a:xfrm>
            <a:prstGeom prst="can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9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。。。</a:t>
              </a:r>
              <a:endParaRPr lang="zh-CN" altLang="en-US" sz="9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17" name="直接箭头连接符 16"/>
            <p:cNvCxnSpPr>
              <a:stCxn id="13" idx="3"/>
              <a:endCxn id="5" idx="0"/>
            </p:cNvCxnSpPr>
            <p:nvPr/>
          </p:nvCxnSpPr>
          <p:spPr>
            <a:xfrm flipH="1">
              <a:off x="5945" y="4780"/>
              <a:ext cx="175" cy="57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endCxn id="6" idx="0"/>
            </p:cNvCxnSpPr>
            <p:nvPr/>
          </p:nvCxnSpPr>
          <p:spPr>
            <a:xfrm>
              <a:off x="6130" y="4790"/>
              <a:ext cx="942" cy="55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endCxn id="7" idx="0"/>
            </p:cNvCxnSpPr>
            <p:nvPr/>
          </p:nvCxnSpPr>
          <p:spPr>
            <a:xfrm>
              <a:off x="6130" y="4800"/>
              <a:ext cx="2070" cy="55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3" idx="3"/>
              <a:endCxn id="11" idx="0"/>
            </p:cNvCxnSpPr>
            <p:nvPr/>
          </p:nvCxnSpPr>
          <p:spPr>
            <a:xfrm>
              <a:off x="6120" y="4780"/>
              <a:ext cx="3565" cy="57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1" name="梯形 20"/>
            <p:cNvSpPr/>
            <p:nvPr/>
          </p:nvSpPr>
          <p:spPr>
            <a:xfrm>
              <a:off x="5540" y="6110"/>
              <a:ext cx="820" cy="530"/>
            </a:xfrm>
            <a:prstGeom prst="trapezoid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sz="8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子行业</a:t>
              </a:r>
              <a:r>
                <a:rPr lang="en-US" altLang="zh-CN" sz="8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A</a:t>
              </a:r>
              <a:endParaRPr lang="en-US" altLang="zh-CN" sz="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2" name="梯形 21"/>
            <p:cNvSpPr/>
            <p:nvPr/>
          </p:nvSpPr>
          <p:spPr>
            <a:xfrm>
              <a:off x="6680" y="6110"/>
              <a:ext cx="820" cy="530"/>
            </a:xfrm>
            <a:prstGeom prst="trapezoid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sz="8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子行业</a:t>
              </a:r>
              <a:r>
                <a:rPr lang="en-US" altLang="zh-CN" sz="8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B</a:t>
              </a:r>
              <a:endParaRPr lang="en-US" altLang="zh-CN" sz="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3" name="梯形 22"/>
            <p:cNvSpPr/>
            <p:nvPr/>
          </p:nvSpPr>
          <p:spPr>
            <a:xfrm>
              <a:off x="7925" y="6110"/>
              <a:ext cx="820" cy="530"/>
            </a:xfrm>
            <a:prstGeom prst="trapezoid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sz="8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子行业</a:t>
              </a:r>
              <a:r>
                <a:rPr lang="en-US" altLang="zh-CN" sz="8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C</a:t>
              </a:r>
              <a:endParaRPr lang="en-US" altLang="zh-CN" sz="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4" name="梯形 23"/>
            <p:cNvSpPr/>
            <p:nvPr/>
          </p:nvSpPr>
          <p:spPr>
            <a:xfrm>
              <a:off x="9350" y="6110"/>
              <a:ext cx="820" cy="530"/>
            </a:xfrm>
            <a:prstGeom prst="trapezoid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8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...</a:t>
              </a:r>
              <a:endParaRPr lang="en-US" sz="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25" name="直接箭头连接符 24"/>
            <p:cNvCxnSpPr>
              <a:stCxn id="5" idx="2"/>
              <a:endCxn id="21" idx="0"/>
            </p:cNvCxnSpPr>
            <p:nvPr/>
          </p:nvCxnSpPr>
          <p:spPr>
            <a:xfrm>
              <a:off x="5945" y="5710"/>
              <a:ext cx="5" cy="4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5" idx="2"/>
              <a:endCxn id="22" idx="0"/>
            </p:cNvCxnSpPr>
            <p:nvPr/>
          </p:nvCxnSpPr>
          <p:spPr>
            <a:xfrm>
              <a:off x="5945" y="5710"/>
              <a:ext cx="1145" cy="4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5" idx="2"/>
              <a:endCxn id="23" idx="0"/>
            </p:cNvCxnSpPr>
            <p:nvPr/>
          </p:nvCxnSpPr>
          <p:spPr>
            <a:xfrm>
              <a:off x="5945" y="5710"/>
              <a:ext cx="2390" cy="4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endCxn id="24" idx="0"/>
            </p:cNvCxnSpPr>
            <p:nvPr/>
          </p:nvCxnSpPr>
          <p:spPr>
            <a:xfrm>
              <a:off x="5970" y="5700"/>
              <a:ext cx="3790" cy="4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" name="梯形 28"/>
            <p:cNvSpPr/>
            <p:nvPr/>
          </p:nvSpPr>
          <p:spPr>
            <a:xfrm>
              <a:off x="10560" y="6110"/>
              <a:ext cx="820" cy="530"/>
            </a:xfrm>
            <a:prstGeom prst="trapezoid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子行业</a:t>
              </a:r>
              <a:r>
                <a:rPr lang="en-US" altLang="zh-CN" sz="8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N</a:t>
              </a:r>
              <a:endParaRPr lang="en-US" altLang="zh-CN" sz="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10390" y="5350"/>
              <a:ext cx="770" cy="36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9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部门</a:t>
              </a:r>
              <a:r>
                <a:rPr lang="en-US" altLang="zh-CN" sz="9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n</a:t>
              </a:r>
              <a:endParaRPr lang="en-US" altLang="zh-CN" sz="9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31" name="直接箭头连接符 30"/>
            <p:cNvCxnSpPr>
              <a:stCxn id="7" idx="2"/>
              <a:endCxn id="29" idx="0"/>
            </p:cNvCxnSpPr>
            <p:nvPr/>
          </p:nvCxnSpPr>
          <p:spPr>
            <a:xfrm>
              <a:off x="8200" y="5710"/>
              <a:ext cx="2770" cy="4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15" idx="3"/>
              <a:endCxn id="30" idx="0"/>
            </p:cNvCxnSpPr>
            <p:nvPr/>
          </p:nvCxnSpPr>
          <p:spPr>
            <a:xfrm>
              <a:off x="9000" y="4780"/>
              <a:ext cx="1775" cy="57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3" name="椭圆 32"/>
            <p:cNvSpPr/>
            <p:nvPr/>
          </p:nvSpPr>
          <p:spPr>
            <a:xfrm>
              <a:off x="5560" y="7030"/>
              <a:ext cx="989" cy="701"/>
            </a:xfrm>
            <a:prstGeom prst="ellipse">
              <a:avLst/>
            </a:prstGeom>
            <a:solidFill>
              <a:srgbClr val="92D050"/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sz="7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细分行业</a:t>
              </a:r>
              <a:r>
                <a:rPr lang="en-US" altLang="zh-CN" sz="7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a</a:t>
              </a:r>
              <a:endParaRPr lang="en-US" altLang="zh-CN" sz="7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6826" y="7050"/>
              <a:ext cx="989" cy="70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sz="7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细分行业</a:t>
              </a:r>
              <a:r>
                <a:rPr lang="en-US" altLang="zh-CN" sz="7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b</a:t>
              </a:r>
              <a:endParaRPr lang="en-US" altLang="zh-CN" sz="7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8092" y="7050"/>
              <a:ext cx="989" cy="701"/>
            </a:xfrm>
            <a:prstGeom prst="ellipse">
              <a:avLst/>
            </a:prstGeom>
            <a:solidFill>
              <a:srgbClr val="92D050"/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sz="7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细分行业</a:t>
              </a:r>
              <a:r>
                <a:rPr lang="en-US" altLang="zh-CN" sz="7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c</a:t>
              </a:r>
              <a:endParaRPr lang="en-US" altLang="zh-CN" sz="7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36" name="直接箭头连接符 35"/>
            <p:cNvCxnSpPr>
              <a:stCxn id="21" idx="2"/>
              <a:endCxn id="33" idx="0"/>
            </p:cNvCxnSpPr>
            <p:nvPr/>
          </p:nvCxnSpPr>
          <p:spPr>
            <a:xfrm>
              <a:off x="5950" y="6640"/>
              <a:ext cx="105" cy="39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>
              <a:stCxn id="21" idx="2"/>
              <a:endCxn id="34" idx="0"/>
            </p:cNvCxnSpPr>
            <p:nvPr/>
          </p:nvCxnSpPr>
          <p:spPr>
            <a:xfrm>
              <a:off x="5950" y="6640"/>
              <a:ext cx="1371" cy="4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>
              <a:stCxn id="23" idx="2"/>
              <a:endCxn id="35" idx="0"/>
            </p:cNvCxnSpPr>
            <p:nvPr/>
          </p:nvCxnSpPr>
          <p:spPr>
            <a:xfrm>
              <a:off x="8335" y="6640"/>
              <a:ext cx="252" cy="4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流程图: 终止 38"/>
            <p:cNvSpPr/>
            <p:nvPr/>
          </p:nvSpPr>
          <p:spPr>
            <a:xfrm>
              <a:off x="5690" y="8340"/>
              <a:ext cx="730" cy="320"/>
            </a:xfrm>
            <a:prstGeom prst="flowChartTerminator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endParaRPr lang="zh-CN" sz="7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40" name="直接箭头连接符 39"/>
            <p:cNvCxnSpPr>
              <a:stCxn id="33" idx="4"/>
              <a:endCxn id="39" idx="0"/>
            </p:cNvCxnSpPr>
            <p:nvPr/>
          </p:nvCxnSpPr>
          <p:spPr>
            <a:xfrm>
              <a:off x="6055" y="7731"/>
              <a:ext cx="0" cy="60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1" name="流程图: 终止 40"/>
            <p:cNvSpPr/>
            <p:nvPr/>
          </p:nvSpPr>
          <p:spPr>
            <a:xfrm>
              <a:off x="6930" y="8340"/>
              <a:ext cx="730" cy="320"/>
            </a:xfrm>
            <a:prstGeom prst="flowChartTerminator">
              <a:avLst/>
            </a:prstGeom>
            <a:solidFill>
              <a:srgbClr val="92D050"/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endParaRPr lang="zh-CN" sz="7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2" name="流程图: 终止 41"/>
            <p:cNvSpPr/>
            <p:nvPr/>
          </p:nvSpPr>
          <p:spPr>
            <a:xfrm>
              <a:off x="8190" y="8340"/>
              <a:ext cx="730" cy="320"/>
            </a:xfrm>
            <a:prstGeom prst="flowChartTerminator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endParaRPr lang="zh-CN" sz="7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3" name="流程图: 终止 42"/>
            <p:cNvSpPr/>
            <p:nvPr/>
          </p:nvSpPr>
          <p:spPr>
            <a:xfrm>
              <a:off x="9430" y="8340"/>
              <a:ext cx="730" cy="320"/>
            </a:xfrm>
            <a:prstGeom prst="flowChartTerminator">
              <a:avLst/>
            </a:prstGeom>
            <a:solidFill>
              <a:srgbClr val="92D050"/>
            </a:solidFill>
            <a:ln w="3175" cap="flat" cmpd="sng" algn="ctr">
              <a:solidFill>
                <a:srgbClr val="0085D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ot="0" vert="horz" wrap="square" lIns="91440" tIns="45720" rIns="91440" bIns="45720" numCol="1" spcCol="0" rtlCol="0" fromWordArt="0" anchor="ctr" anchorCtr="0" compatLnSpc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7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...</a:t>
              </a:r>
              <a:endParaRPr lang="en-US" altLang="zh-CN" sz="7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44" name="直接箭头连接符 43"/>
            <p:cNvCxnSpPr>
              <a:stCxn id="33" idx="4"/>
              <a:endCxn id="41" idx="0"/>
            </p:cNvCxnSpPr>
            <p:nvPr/>
          </p:nvCxnSpPr>
          <p:spPr>
            <a:xfrm>
              <a:off x="6055" y="7731"/>
              <a:ext cx="1240" cy="60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>
              <a:stCxn id="35" idx="4"/>
              <a:endCxn id="42" idx="0"/>
            </p:cNvCxnSpPr>
            <p:nvPr/>
          </p:nvCxnSpPr>
          <p:spPr>
            <a:xfrm flipH="1">
              <a:off x="8555" y="7751"/>
              <a:ext cx="32" cy="58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>
              <a:stCxn id="24" idx="2"/>
              <a:endCxn id="43" idx="0"/>
            </p:cNvCxnSpPr>
            <p:nvPr/>
          </p:nvCxnSpPr>
          <p:spPr>
            <a:xfrm>
              <a:off x="9760" y="6640"/>
              <a:ext cx="35" cy="17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7" name="矩形 46"/>
            <p:cNvSpPr/>
            <p:nvPr/>
          </p:nvSpPr>
          <p:spPr>
            <a:xfrm>
              <a:off x="5319" y="2651"/>
              <a:ext cx="6181" cy="6279"/>
            </a:xfrm>
            <a:prstGeom prst="rect">
              <a:avLst/>
            </a:prstGeom>
            <a:noFill/>
            <a:ln w="12700" cap="rnd" cmpd="sng">
              <a:solidFill>
                <a:schemeClr val="accent1">
                  <a:shade val="50000"/>
                </a:schemeClr>
              </a:solidFill>
              <a:prstDash val="sysDash"/>
              <a:miter/>
            </a:ln>
          </p:spPr>
          <p:txBody>
            <a:bodyPr rot="0" vertOverflow="overflow" horzOverflow="overflow" vert="horz" wrap="square" lIns="91440" tIns="45720" rIns="91440" bIns="45720" numCol="1" spcCol="0" rtlCol="0" fromWordArt="0" anchor="t" anchorCtr="0" compatLnSpc="1">
              <a:noAutofit/>
            </a:bodyPr>
            <a:p>
              <a:pPr algn="ctr"/>
              <a:r>
                <a:rPr lang="zh-CN" altLang="en-US" sz="1200">
                  <a:solidFill>
                    <a:schemeClr val="tx1"/>
                  </a:solidFill>
                </a:rPr>
                <a:t>智能体能力标签标准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</p:grpSp>
      <p:sp>
        <p:nvSpPr>
          <p:cNvPr id="329" name="文本框 328"/>
          <p:cNvSpPr txBox="1"/>
          <p:nvPr/>
        </p:nvSpPr>
        <p:spPr bwMode="auto">
          <a:xfrm>
            <a:off x="113665" y="930275"/>
            <a:ext cx="11826240" cy="1624965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vert="horz" wrap="square" numCol="1" spcCol="0" rtlCol="0" fromWordArt="0" anchor="ctr" anchorCtr="0" forceAA="0" compatLnSpc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9pPr>
          </a:lstStyle>
          <a:p>
            <a:pPr marL="285750" lvl="0" indent="-285750" algn="l">
              <a:lnSpc>
                <a:spcPct val="130000"/>
              </a:lnSpc>
              <a:buClrTx/>
              <a:buSzTx/>
              <a:buFont typeface="Wingdings" panose="05000000000000000000" charset="0"/>
              <a:buChar char="p"/>
            </a:pP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在服务标识层面，根节点还负责制定全网智能体能力标签标准。在不同的分类体系下分别制定智能体能力标签划分标准，形成多个以能力标签为节点的分叉树，并分发给注册节点和发现节点。</a:t>
            </a:r>
            <a:endParaRPr lang="zh-CN" altLang="en-US" b="1" kern="0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  <a:p>
            <a:pPr marL="285750" lvl="0" indent="-285750" algn="l">
              <a:lnSpc>
                <a:spcPct val="130000"/>
              </a:lnSpc>
              <a:buClrTx/>
              <a:buSzTx/>
              <a:buFont typeface="Wingdings" panose="05000000000000000000" charset="0"/>
              <a:buChar char="p"/>
            </a:pPr>
            <a:r>
              <a:rPr lang="zh-CN" altLang="en-US" b="1" kern="0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提升基于语义的智能体发现精度和性能：注册节点引导服务智能体注册时生成语义匹配的多级能力标签列表，而发现节点基于需求语义描述和智能体标签列表进行粗筛预处理，减轻精细化匹配的任务量，提升了发现精度。</a:t>
            </a:r>
            <a:endParaRPr lang="zh-CN" altLang="en-US" b="1" kern="0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03" name="矩形 302"/>
          <p:cNvSpPr/>
          <p:nvPr/>
        </p:nvSpPr>
        <p:spPr>
          <a:xfrm>
            <a:off x="626110" y="2643505"/>
            <a:ext cx="9632950" cy="307340"/>
          </a:xfrm>
          <a:prstGeom prst="rect">
            <a:avLst/>
          </a:prstGeom>
          <a:gradFill rotWithShape="1">
            <a:gsLst>
              <a:gs pos="0">
                <a:srgbClr val="0085D0">
                  <a:tint val="50000"/>
                  <a:satMod val="300000"/>
                </a:srgbClr>
              </a:gs>
              <a:gs pos="35000">
                <a:srgbClr val="0085D0">
                  <a:tint val="37000"/>
                  <a:satMod val="300000"/>
                </a:srgbClr>
              </a:gs>
              <a:gs pos="100000">
                <a:srgbClr val="0085D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5D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p>
            <a:pPr algn="ctr"/>
            <a:r>
              <a:rPr lang="zh-CN" sz="2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根节点</a:t>
            </a:r>
            <a:endParaRPr lang="zh-CN" sz="2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下箭头 49"/>
          <p:cNvSpPr/>
          <p:nvPr/>
        </p:nvSpPr>
        <p:spPr>
          <a:xfrm>
            <a:off x="5016500" y="3016250"/>
            <a:ext cx="133350" cy="355600"/>
          </a:xfrm>
          <a:prstGeom prst="downArrow">
            <a:avLst/>
          </a:prstGeom>
          <a:noFill/>
          <a:ln w="101600" cap="rnd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88000">
                  <a:schemeClr val="accent1">
                    <a:alpha val="100000"/>
                  </a:schemeClr>
                </a:gs>
              </a:gsLst>
              <a:lin ang="6180000" scaled="1"/>
            </a:gradFill>
            <a:prstDash val="solid"/>
            <a:miter/>
          </a:ln>
        </p:spPr>
        <p:txBody>
          <a:bodyPr rot="0" vertOverflow="overflow" horzOverflow="overflow" vert="horz" wrap="square" lIns="91440" tIns="45720" rIns="91440" bIns="45720" numCol="1" spcCol="0" rtlCol="0" fromWordArt="0" anchor="ctr" anchorCtr="0" compatLnSpc="1">
            <a:noAutofit/>
          </a:bodyPr>
          <a:p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410835" y="3016250"/>
            <a:ext cx="1045210" cy="292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/>
              <a:t>1. </a:t>
            </a:r>
            <a:r>
              <a:rPr lang="zh-CN" altLang="en-US" sz="1200"/>
              <a:t>制定标准</a:t>
            </a:r>
            <a:endParaRPr lang="zh-CN" altLang="en-US" sz="1200"/>
          </a:p>
        </p:txBody>
      </p:sp>
      <p:pic>
        <p:nvPicPr>
          <p:cNvPr id="282" name="图片 281"/>
          <p:cNvPicPr>
            <a:picLocks noChangeAspect="1"/>
          </p:cNvPicPr>
          <p:nvPr/>
        </p:nvPicPr>
        <p:blipFill>
          <a:blip r:embed="rId1">
            <a:clrChange>
              <a:clrFrom>
                <a:srgbClr val="F7F7F7">
                  <a:alpha val="100000"/>
                </a:srgbClr>
              </a:clrFrom>
              <a:clrTo>
                <a:srgbClr val="F7F7F7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15415" y="3888303"/>
            <a:ext cx="713105" cy="433593"/>
          </a:xfrm>
          <a:prstGeom prst="rect">
            <a:avLst/>
          </a:prstGeom>
          <a:solidFill>
            <a:srgbClr val="92D050"/>
          </a:solidFill>
        </p:spPr>
      </p:pic>
      <p:sp>
        <p:nvSpPr>
          <p:cNvPr id="301" name="文本框 53"/>
          <p:cNvSpPr txBox="1"/>
          <p:nvPr/>
        </p:nvSpPr>
        <p:spPr>
          <a:xfrm>
            <a:off x="883920" y="3623310"/>
            <a:ext cx="1795145" cy="284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defTabSz="914400" fontAlgn="auto">
              <a:buClrTx/>
              <a:buSzTx/>
              <a:buFontTx/>
            </a:pPr>
            <a:r>
              <a:rPr lang="zh-CN" altLang="en-US" sz="1000" noProof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服务方智能体</a:t>
            </a:r>
            <a:endParaRPr lang="zh-CN" altLang="en-US" sz="1000" noProof="1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4" name="矩形 303"/>
          <p:cNvSpPr/>
          <p:nvPr/>
        </p:nvSpPr>
        <p:spPr>
          <a:xfrm>
            <a:off x="1329055" y="4848860"/>
            <a:ext cx="866140" cy="29083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3175" cap="flat" cmpd="sng" algn="ctr">
            <a:solidFill>
              <a:srgbClr val="0085D0"/>
            </a:solidFill>
            <a:prstDash val="solid"/>
          </a:ln>
          <a:effectLst/>
          <a:scene3d>
            <a:camera prst="orthographicFront"/>
            <a:lightRig rig="threePt" dir="t"/>
          </a:scene3d>
          <a:sp3d extrusionH="76200">
            <a:extrusionClr>
              <a:schemeClr val="tx1"/>
            </a:extrusionClr>
          </a:sp3d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2. </a:t>
            </a:r>
            <a:r>
              <a:rPr lang="zh-CN" altLang="en-US" sz="1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注册界面</a:t>
            </a:r>
            <a:endParaRPr lang="zh-CN" altLang="en-US" sz="1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cxnSp>
        <p:nvCxnSpPr>
          <p:cNvPr id="52" name="直接箭头连接符 51"/>
          <p:cNvCxnSpPr>
            <a:stCxn id="282" idx="2"/>
            <a:endCxn id="304" idx="0"/>
          </p:cNvCxnSpPr>
          <p:nvPr/>
        </p:nvCxnSpPr>
        <p:spPr>
          <a:xfrm flipH="1">
            <a:off x="1762125" y="4321810"/>
            <a:ext cx="10160" cy="5270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左箭头 52"/>
          <p:cNvSpPr/>
          <p:nvPr/>
        </p:nvSpPr>
        <p:spPr>
          <a:xfrm>
            <a:off x="2349500" y="4956810"/>
            <a:ext cx="717550" cy="76200"/>
          </a:xfrm>
          <a:prstGeom prst="leftArrow">
            <a:avLst/>
          </a:prstGeom>
          <a:noFill/>
          <a:ln w="101600" cap="rnd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88000">
                  <a:schemeClr val="accent1">
                    <a:alpha val="100000"/>
                  </a:schemeClr>
                </a:gs>
              </a:gsLst>
              <a:lin ang="6180000" scaled="1"/>
            </a:gradFill>
            <a:prstDash val="solid"/>
            <a:miter/>
          </a:ln>
        </p:spPr>
        <p:txBody>
          <a:bodyPr rot="0" vertOverflow="overflow" horzOverflow="overflow" vert="horz" wrap="square" lIns="91440" tIns="45720" rIns="91440" bIns="45720" numCol="1" spcCol="0" rtlCol="0" fromWordArt="0" anchor="ctr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 sz="1200">
              <a:sym typeface="+mn-ea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1103630" y="6114415"/>
            <a:ext cx="1291590" cy="35941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3175" cap="flat" cmpd="sng" algn="ctr">
            <a:solidFill>
              <a:srgbClr val="0085D0"/>
            </a:solidFill>
            <a:prstDash val="solid"/>
          </a:ln>
          <a:effectLst/>
          <a:scene3d>
            <a:camera prst="orthographicFront"/>
            <a:lightRig rig="threePt" dir="t"/>
          </a:scene3d>
          <a:sp3d extrusionH="76200">
            <a:extrusionClr>
              <a:schemeClr val="tx1"/>
            </a:extrusionClr>
          </a:sp3d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3. DID</a:t>
            </a:r>
            <a:r>
              <a:rPr lang="zh-CN" altLang="en-US" sz="1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文档的</a:t>
            </a:r>
            <a:endParaRPr lang="zh-CN" altLang="en-US" sz="1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服务标识信息</a:t>
            </a:r>
            <a:endParaRPr lang="zh-CN" altLang="en-US" sz="1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cxnSp>
        <p:nvCxnSpPr>
          <p:cNvPr id="56" name="直接箭头连接符 55"/>
          <p:cNvCxnSpPr>
            <a:stCxn id="304" idx="2"/>
            <a:endCxn id="55" idx="0"/>
          </p:cNvCxnSpPr>
          <p:nvPr/>
        </p:nvCxnSpPr>
        <p:spPr>
          <a:xfrm flipH="1">
            <a:off x="1749425" y="5139690"/>
            <a:ext cx="12700" cy="9747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742950" y="5353050"/>
            <a:ext cx="2286000" cy="39878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生成标列表，补充服务标识数据</a:t>
            </a:r>
            <a:endParaRPr lang="zh-CN" altLang="en-US" sz="1000"/>
          </a:p>
          <a:p>
            <a:pPr algn="ctr"/>
            <a:r>
              <a:rPr lang="en-US" altLang="zh-CN" sz="1000">
                <a:solidFill>
                  <a:srgbClr val="00B050"/>
                </a:solidFill>
              </a:rPr>
              <a:t>[</a:t>
            </a:r>
            <a:r>
              <a:rPr lang="zh-CN" altLang="en-US" sz="1000">
                <a:solidFill>
                  <a:srgbClr val="00B050"/>
                </a:solidFill>
              </a:rPr>
              <a:t>行业一，部门</a:t>
            </a:r>
            <a:r>
              <a:rPr lang="en-US" altLang="zh-CN" sz="1000">
                <a:solidFill>
                  <a:srgbClr val="00B050"/>
                </a:solidFill>
              </a:rPr>
              <a:t>1</a:t>
            </a:r>
            <a:r>
              <a:rPr lang="zh-CN" altLang="en-US" sz="1000">
                <a:solidFill>
                  <a:srgbClr val="00B050"/>
                </a:solidFill>
              </a:rPr>
              <a:t>，细分行业</a:t>
            </a:r>
            <a:r>
              <a:rPr lang="en-US" altLang="zh-CN" sz="1000">
                <a:solidFill>
                  <a:srgbClr val="00B050"/>
                </a:solidFill>
              </a:rPr>
              <a:t>a</a:t>
            </a:r>
            <a:r>
              <a:rPr lang="zh-CN" altLang="en-US" sz="1000">
                <a:solidFill>
                  <a:srgbClr val="00B050"/>
                </a:solidFill>
              </a:rPr>
              <a:t>，</a:t>
            </a:r>
            <a:r>
              <a:rPr lang="en-US" altLang="zh-CN" sz="1000">
                <a:solidFill>
                  <a:srgbClr val="00B050"/>
                </a:solidFill>
              </a:rPr>
              <a:t>....]</a:t>
            </a:r>
            <a:endParaRPr lang="en-US" altLang="zh-CN" sz="1000">
              <a:solidFill>
                <a:srgbClr val="00B050"/>
              </a:solidFill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1">
            <a:clrChange>
              <a:clrFrom>
                <a:srgbClr val="F7F7F7">
                  <a:alpha val="100000"/>
                </a:srgbClr>
              </a:clrFrom>
              <a:clrTo>
                <a:srgbClr val="F7F7F7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51545" y="6013013"/>
            <a:ext cx="713105" cy="43359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</p:pic>
      <p:sp>
        <p:nvSpPr>
          <p:cNvPr id="59" name="文本框 53"/>
          <p:cNvSpPr txBox="1"/>
          <p:nvPr/>
        </p:nvSpPr>
        <p:spPr>
          <a:xfrm>
            <a:off x="8042275" y="6446520"/>
            <a:ext cx="1795145" cy="284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需求方智能体</a:t>
            </a:r>
            <a:endParaRPr lang="zh-CN" altLang="en-US" sz="100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8342630" y="5553075"/>
            <a:ext cx="1132840" cy="20955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3175" cap="flat" cmpd="sng" algn="ctr">
            <a:solidFill>
              <a:srgbClr val="0085D0"/>
            </a:solidFill>
            <a:prstDash val="solid"/>
          </a:ln>
          <a:effectLst/>
          <a:scene3d>
            <a:camera prst="orthographicFront"/>
            <a:lightRig rig="threePt" dir="t"/>
          </a:scene3d>
          <a:sp3d extrusionH="76200">
            <a:extrusionClr>
              <a:schemeClr val="tx1"/>
            </a:extrusionClr>
          </a:sp3d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需求语义描述</a:t>
            </a:r>
            <a:endParaRPr lang="zh-CN" altLang="en-US" sz="1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8488680" y="3895090"/>
            <a:ext cx="866140" cy="29083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3175" cap="flat" cmpd="sng" algn="ctr">
            <a:solidFill>
              <a:srgbClr val="0085D0"/>
            </a:solidFill>
            <a:prstDash val="solid"/>
          </a:ln>
          <a:effectLst/>
          <a:scene3d>
            <a:camera prst="orthographicFront"/>
            <a:lightRig rig="threePt" dir="t"/>
          </a:scene3d>
          <a:sp3d extrusionH="76200">
            <a:extrusionClr>
              <a:schemeClr val="tx1"/>
            </a:extrusionClr>
          </a:sp3d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处理</a:t>
            </a:r>
            <a:endParaRPr lang="zh-CN" altLang="en-US" sz="1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62" name="右箭头 61"/>
          <p:cNvSpPr/>
          <p:nvPr/>
        </p:nvSpPr>
        <p:spPr>
          <a:xfrm>
            <a:off x="7277100" y="4000500"/>
            <a:ext cx="914400" cy="107950"/>
          </a:xfrm>
          <a:prstGeom prst="rightArrow">
            <a:avLst/>
          </a:prstGeom>
          <a:noFill/>
          <a:ln w="101600" cap="rnd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88000">
                  <a:schemeClr val="accent1">
                    <a:alpha val="100000"/>
                  </a:schemeClr>
                </a:gs>
              </a:gsLst>
              <a:lin ang="6180000" scaled="1"/>
            </a:gradFill>
            <a:prstDash val="solid"/>
            <a:miter/>
          </a:ln>
        </p:spPr>
        <p:txBody>
          <a:bodyPr rot="0" vertOverflow="overflow" horzOverflow="overflow" vert="horz" wrap="square" lIns="91440" tIns="45720" rIns="91440" bIns="45720" numCol="1" spcCol="0" rtlCol="0" fromWordArt="0" anchor="ctr" anchorCtr="0" compatLnSpc="1">
            <a:noAutofit/>
          </a:bodyPr>
          <a:p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63" name="直接箭头连接符 62"/>
          <p:cNvCxnSpPr>
            <a:stCxn id="70" idx="3"/>
          </p:cNvCxnSpPr>
          <p:nvPr/>
        </p:nvCxnSpPr>
        <p:spPr>
          <a:xfrm flipV="1">
            <a:off x="9348470" y="4692015"/>
            <a:ext cx="938530" cy="1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58" idx="0"/>
            <a:endCxn id="60" idx="2"/>
          </p:cNvCxnSpPr>
          <p:nvPr/>
        </p:nvCxnSpPr>
        <p:spPr>
          <a:xfrm flipV="1">
            <a:off x="8908415" y="5762625"/>
            <a:ext cx="635" cy="250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8488680" y="3388360"/>
            <a:ext cx="866140" cy="29083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3175" cap="flat" cmpd="sng" algn="ctr">
            <a:solidFill>
              <a:srgbClr val="0085D0"/>
            </a:solidFill>
            <a:prstDash val="solid"/>
          </a:ln>
          <a:effectLst/>
          <a:scene3d>
            <a:camera prst="orthographicFront"/>
            <a:lightRig rig="threePt" dir="t"/>
          </a:scene3d>
          <a:sp3d extrusionH="76200">
            <a:extrusionClr>
              <a:schemeClr val="tx1"/>
            </a:extrusionClr>
          </a:sp3d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智能体数据</a:t>
            </a:r>
            <a:endParaRPr lang="zh-CN" altLang="en-US" sz="1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cxnSp>
        <p:nvCxnSpPr>
          <p:cNvPr id="66" name="直接箭头连接符 65"/>
          <p:cNvCxnSpPr>
            <a:stCxn id="65" idx="2"/>
            <a:endCxn id="61" idx="0"/>
          </p:cNvCxnSpPr>
          <p:nvPr/>
        </p:nvCxnSpPr>
        <p:spPr>
          <a:xfrm>
            <a:off x="8921750" y="3679190"/>
            <a:ext cx="0" cy="2159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10335260" y="3863340"/>
            <a:ext cx="1417320" cy="360045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3175" cap="flat" cmpd="sng" algn="ctr">
            <a:solidFill>
              <a:srgbClr val="0085D0"/>
            </a:solidFill>
            <a:prstDash val="solid"/>
          </a:ln>
          <a:effectLst/>
          <a:scene3d>
            <a:camera prst="orthographicFront"/>
            <a:lightRig rig="threePt" dir="t"/>
          </a:scene3d>
          <a:sp3d extrusionH="76200">
            <a:extrusionClr>
              <a:schemeClr val="tx1"/>
            </a:extrusionClr>
          </a:sp3d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4. </a:t>
            </a:r>
            <a:r>
              <a:rPr lang="zh-CN" altLang="en-US" sz="1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基于能力标签的</a:t>
            </a:r>
            <a:endParaRPr lang="zh-CN" altLang="en-US" sz="1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高性能粗晒引擎</a:t>
            </a:r>
            <a:endParaRPr lang="zh-CN" altLang="en-US" sz="1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cxnSp>
        <p:nvCxnSpPr>
          <p:cNvPr id="68" name="直接箭头连接符 67"/>
          <p:cNvCxnSpPr>
            <a:stCxn id="61" idx="3"/>
            <a:endCxn id="67" idx="1"/>
          </p:cNvCxnSpPr>
          <p:nvPr/>
        </p:nvCxnSpPr>
        <p:spPr>
          <a:xfrm>
            <a:off x="9354820" y="4040505"/>
            <a:ext cx="980440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10287000" y="4547870"/>
            <a:ext cx="866140" cy="29083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3175" cap="sq" cmpd="sng" algn="ctr">
            <a:solidFill>
              <a:srgbClr val="0085D0"/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 extrusionH="76200">
            <a:extrusionClr>
              <a:schemeClr val="tx1"/>
            </a:extrusionClr>
          </a:sp3d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 </a:t>
            </a:r>
            <a:r>
              <a:rPr lang="zh-CN" altLang="en-US" sz="1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需求标签</a:t>
            </a:r>
            <a:endParaRPr lang="zh-CN" altLang="en-US" sz="1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8482330" y="4547870"/>
            <a:ext cx="866140" cy="29083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3175" cap="flat" cmpd="sng" algn="ctr">
            <a:solidFill>
              <a:srgbClr val="0085D0"/>
            </a:solidFill>
            <a:prstDash val="solid"/>
          </a:ln>
          <a:effectLst/>
          <a:scene3d>
            <a:camera prst="orthographicFront"/>
            <a:lightRig rig="threePt" dir="t"/>
          </a:scene3d>
          <a:sp3d extrusionH="76200">
            <a:extrusionClr>
              <a:schemeClr val="tx1"/>
            </a:extrusionClr>
          </a:sp3d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处理</a:t>
            </a:r>
            <a:endParaRPr lang="zh-CN" altLang="en-US" sz="1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cxnSp>
        <p:nvCxnSpPr>
          <p:cNvPr id="71" name="直接箭头连接符 70"/>
          <p:cNvCxnSpPr>
            <a:stCxn id="60" idx="0"/>
            <a:endCxn id="70" idx="2"/>
          </p:cNvCxnSpPr>
          <p:nvPr/>
        </p:nvCxnSpPr>
        <p:spPr>
          <a:xfrm flipV="1">
            <a:off x="8909050" y="4838700"/>
            <a:ext cx="6350" cy="7143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右箭头 71"/>
          <p:cNvSpPr/>
          <p:nvPr/>
        </p:nvSpPr>
        <p:spPr>
          <a:xfrm>
            <a:off x="7277100" y="4679950"/>
            <a:ext cx="914400" cy="107950"/>
          </a:xfrm>
          <a:prstGeom prst="rightArrow">
            <a:avLst/>
          </a:prstGeom>
          <a:noFill/>
          <a:ln w="101600" cap="rnd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88000">
                  <a:schemeClr val="accent1">
                    <a:alpha val="100000"/>
                  </a:schemeClr>
                </a:gs>
              </a:gsLst>
              <a:lin ang="6180000" scaled="1"/>
            </a:gradFill>
            <a:prstDash val="solid"/>
            <a:miter/>
          </a:ln>
        </p:spPr>
        <p:txBody>
          <a:bodyPr rot="0" vertOverflow="overflow" horzOverflow="overflow" vert="horz" wrap="square" lIns="91440" tIns="45720" rIns="91440" bIns="45720" numCol="1" spcCol="0" rtlCol="0" fromWordArt="0" anchor="ctr" anchorCtr="0" compatLnSpc="1">
            <a:noAutofit/>
          </a:bodyPr>
          <a:p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0520680" y="5133975"/>
            <a:ext cx="1231900" cy="20955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3175" cap="flat" cmpd="sng" algn="ctr">
            <a:solidFill>
              <a:srgbClr val="0085D0"/>
            </a:solidFill>
            <a:prstDash val="solid"/>
          </a:ln>
          <a:effectLst/>
          <a:scene3d>
            <a:camera prst="orthographicFront"/>
            <a:lightRig rig="threePt" dir="t"/>
          </a:scene3d>
          <a:sp3d extrusionH="76200">
            <a:extrusionClr>
              <a:schemeClr val="tx1"/>
            </a:extrusionClr>
          </a:sp3d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处理</a:t>
            </a:r>
            <a:endParaRPr lang="zh-CN" altLang="en-US" sz="1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cxnSp>
        <p:nvCxnSpPr>
          <p:cNvPr id="74" name="直接箭头连接符 73"/>
          <p:cNvCxnSpPr/>
          <p:nvPr/>
        </p:nvCxnSpPr>
        <p:spPr>
          <a:xfrm flipH="1">
            <a:off x="11487150" y="4210050"/>
            <a:ext cx="6350" cy="876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>
            <a:stCxn id="69" idx="2"/>
          </p:cNvCxnSpPr>
          <p:nvPr/>
        </p:nvCxnSpPr>
        <p:spPr>
          <a:xfrm>
            <a:off x="10720070" y="4838700"/>
            <a:ext cx="5080" cy="2984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10697210" y="5668645"/>
            <a:ext cx="872490" cy="19431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3175" cap="flat" cmpd="sng" algn="ctr">
            <a:solidFill>
              <a:srgbClr val="0085D0"/>
            </a:solidFill>
            <a:prstDash val="solid"/>
          </a:ln>
          <a:effectLst/>
          <a:scene3d>
            <a:camera prst="orthographicFront"/>
            <a:lightRig rig="threePt" dir="t"/>
          </a:scene3d>
          <a:sp3d extrusionH="76200">
            <a:extrusionClr>
              <a:schemeClr val="tx1"/>
            </a:extrusionClr>
          </a:sp3d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6. </a:t>
            </a:r>
            <a:r>
              <a:rPr lang="zh-CN" altLang="en-US" sz="1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粗筛列表</a:t>
            </a:r>
            <a:endParaRPr lang="zh-CN" altLang="en-US" sz="1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cxnSp>
        <p:nvCxnSpPr>
          <p:cNvPr id="77" name="直接箭头连接符 76"/>
          <p:cNvCxnSpPr>
            <a:stCxn id="73" idx="2"/>
            <a:endCxn id="76" idx="0"/>
          </p:cNvCxnSpPr>
          <p:nvPr/>
        </p:nvCxnSpPr>
        <p:spPr>
          <a:xfrm flipH="1">
            <a:off x="11133455" y="5343525"/>
            <a:ext cx="3175" cy="325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8" name="矩形 77"/>
          <p:cNvSpPr/>
          <p:nvPr/>
        </p:nvSpPr>
        <p:spPr>
          <a:xfrm>
            <a:off x="10598150" y="6178550"/>
            <a:ext cx="1065530" cy="22225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3175" cap="flat" cmpd="sng" algn="ctr">
            <a:solidFill>
              <a:srgbClr val="0085D0"/>
            </a:solidFill>
            <a:prstDash val="solid"/>
          </a:ln>
          <a:effectLst/>
          <a:scene3d>
            <a:camera prst="orthographicFront"/>
            <a:lightRig rig="threePt" dir="t"/>
          </a:scene3d>
          <a:sp3d extrusionH="76200">
            <a:extrusionClr>
              <a:schemeClr val="tx1"/>
            </a:extrusionClr>
          </a:sp3d>
        </p:spPr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7. </a:t>
            </a:r>
            <a:r>
              <a:rPr lang="zh-CN" altLang="en-US" sz="1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精细化匹配</a:t>
            </a:r>
            <a:endParaRPr lang="zh-CN" altLang="en-US" sz="1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79" name="直接箭头连接符 78"/>
          <p:cNvCxnSpPr>
            <a:stCxn id="76" idx="2"/>
            <a:endCxn id="78" idx="0"/>
          </p:cNvCxnSpPr>
          <p:nvPr/>
        </p:nvCxnSpPr>
        <p:spPr>
          <a:xfrm flipH="1">
            <a:off x="11130915" y="5862955"/>
            <a:ext cx="2540" cy="3155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" name="左箭头 79"/>
          <p:cNvSpPr/>
          <p:nvPr/>
        </p:nvSpPr>
        <p:spPr>
          <a:xfrm>
            <a:off x="9486900" y="6299835"/>
            <a:ext cx="946150" cy="75565"/>
          </a:xfrm>
          <a:prstGeom prst="leftArrow">
            <a:avLst>
              <a:gd name="adj1" fmla="val 83193"/>
              <a:gd name="adj2" fmla="val 50000"/>
            </a:avLst>
          </a:prstGeom>
          <a:noFill/>
          <a:ln w="101600" cap="rnd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88000">
                  <a:schemeClr val="accent1">
                    <a:alpha val="100000"/>
                  </a:schemeClr>
                </a:gs>
              </a:gsLst>
              <a:lin ang="6180000" scaled="1"/>
            </a:gradFill>
            <a:prstDash val="solid"/>
            <a:miter/>
          </a:ln>
        </p:spPr>
        <p:txBody>
          <a:bodyPr rot="0" vertOverflow="overflow" horzOverflow="overflow" vert="horz" wrap="square" lIns="91440" tIns="45720" rIns="91440" bIns="45720" numCol="1" spcCol="0" rtlCol="0" fromWordArt="0" anchor="ctr" anchorCtr="0" compatLnSpc="1">
            <a:noAutofit/>
          </a:bodyPr>
          <a:p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333375" y="3220720"/>
            <a:ext cx="2695575" cy="3459480"/>
          </a:xfrm>
          <a:prstGeom prst="rect">
            <a:avLst/>
          </a:prstGeom>
          <a:noFill/>
          <a:ln w="12700" cap="rnd" cmpd="sng">
            <a:solidFill>
              <a:schemeClr val="accent1">
                <a:shade val="50000"/>
              </a:schemeClr>
            </a:solidFill>
            <a:prstDash val="sysDash"/>
            <a:miter/>
          </a:ln>
        </p:spPr>
        <p:txBody>
          <a:bodyPr rot="0" vertOverflow="overflow" horzOverflow="overflow" vert="horz" wrap="square" lIns="91440" tIns="45720" rIns="91440" bIns="45720" numCol="1" spcCol="0" rtlCol="0" fromWordArt="0" anchor="t" anchorCtr="0" compatLnSpc="1">
            <a:noAutofit/>
          </a:bodyPr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智能体注册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8312150" y="3195320"/>
            <a:ext cx="3628390" cy="3510280"/>
          </a:xfrm>
          <a:prstGeom prst="rect">
            <a:avLst/>
          </a:prstGeom>
          <a:noFill/>
          <a:ln w="12700" cap="rnd" cmpd="sng">
            <a:solidFill>
              <a:schemeClr val="accent1">
                <a:shade val="50000"/>
              </a:schemeClr>
            </a:solidFill>
            <a:prstDash val="sysDash"/>
            <a:miter/>
          </a:ln>
        </p:spPr>
        <p:txBody>
          <a:bodyPr rot="0" vertOverflow="overflow" horzOverflow="overflow" vert="horz" wrap="square" lIns="91440" tIns="45720" rIns="91440" bIns="45720" numCol="1" spcCol="0" rtlCol="0" fromWordArt="0" anchor="t" anchorCtr="0" compatLnSpc="1">
            <a:noAutofit/>
          </a:bodyPr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智能体发现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cxnSp>
        <p:nvCxnSpPr>
          <p:cNvPr id="128" name="肘形连接符 127"/>
          <p:cNvCxnSpPr>
            <a:stCxn id="55" idx="2"/>
            <a:endCxn id="65" idx="1"/>
          </p:cNvCxnSpPr>
          <p:nvPr/>
        </p:nvCxnSpPr>
        <p:spPr>
          <a:xfrm rot="5400000" flipH="1" flipV="1">
            <a:off x="3648710" y="1633855"/>
            <a:ext cx="2940050" cy="6739255"/>
          </a:xfrm>
          <a:prstGeom prst="bentConnector4">
            <a:avLst>
              <a:gd name="adj1" fmla="val -10701"/>
              <a:gd name="adj2" fmla="val 8805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9" name="文本框 128"/>
          <p:cNvSpPr txBox="1"/>
          <p:nvPr/>
        </p:nvSpPr>
        <p:spPr>
          <a:xfrm>
            <a:off x="3648710" y="6673850"/>
            <a:ext cx="2146300" cy="2381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chemeClr val="tx1"/>
                </a:solidFill>
              </a:rPr>
              <a:t>以根节点为枢纽的分发网络</a:t>
            </a:r>
            <a:endParaRPr lang="zh-CN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MAX_ITEMCNT" val="6"/>
  <p:tag name="KSO_WM_DIAGRAM_VIRTUALLY_FRAME" val="{&quot;height&quot;:410.33916625976565,&quot;left&quot;:25.899993896484375,&quot;top&quot;:361.55,&quot;width&quot;:899.2000061035156}"/>
  <p:tag name="KSO_WM_DIAGRAM_VERSION" val="3"/>
  <p:tag name="KSO_WM_DIAGRAM_COLOR_TEXT_CAN_REMOVE" val="n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NDEX" val="1_2_1"/>
  <p:tag name="KSO_WM_UNIT_ID" val="diagram20231438_2*l_h_f*1_2_1"/>
  <p:tag name="KSO_WM_TEMPLATE_CATEGORY" val="diagram"/>
  <p:tag name="KSO_WM_UNIT_LAYERLEVEL" val="1_1_1"/>
  <p:tag name="KSO_WM_DIAGRAM_GROUP_CODE" val="l1-1"/>
  <p:tag name="KSO_WM_DIAGRAM_MIN_ITEMCNT" val="2"/>
  <p:tag name="KSO_WM_DIAGRAM_COLOR_TRICK" val="2"/>
  <p:tag name="KSO_WM_DIAGRAM_COLOR_MATCH_VALUE" val="{&quot;shape&quot;:{&quot;fill&quot;:{&quot;gradient&quot;:[{&quot;brightness&quot;:0.800000011920929,&quot;colorType&quot;:1,&quot;foreColorIndex&quot;:8,&quot;pos&quot;:0,&quot;transparency&quot;:0.800000011920929},{&quot;brightness&quot;:0,&quot;colorType&quot;:1,&quot;foreColorIndex&quot;:14,&quot;pos&quot;:1,&quot;transparency&quot;:1}],&quot;type&quot;:3},&quot;glow&quot;:{&quot;colorType&quot;:0},&quot;line&quot;:{&quot;solidLine&quot;:{&quot;brightness&quot;:0.6000000238418579,&quot;colorType&quot;:1,&quot;foreColorIndex&quot;:8,&quot;transparency&quot;:0.4000000059604645},&quot;type&quot;:1},&quot;shadow&quot;:{&quot;brightness&quot;:0,&quot;colorType&quot;:1,&quot;foreColorIndex&quot;:8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TYPE" val="1"/>
  <p:tag name="KSO_WM_UNIT_TEXT_LAYER_COUNT" val="1"/>
  <p:tag name="KSO_WM_BEAUTIFY_FLAG" val="#wm#"/>
  <p:tag name="KSO_WM_UNIT_PRESET_TEXT" val="单击此处输入你的项正文，文字是您思想的提炼，请尽量言简意赅的阐述内容观点。单击此处输入你的项正文，文字是您思想的提炼，请尽量言简意赅的阐述内容观点。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wpp_generatepicture" val="1"/>
</p:tagLst>
</file>

<file path=ppt/tags/tag8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MAX_ITEMCNT" val="6"/>
  <p:tag name="KSO_WM_DIAGRAM_VIRTUALLY_FRAME" val="{&quot;height&quot;:410.33916625976565,&quot;left&quot;:25.899993896484375,&quot;top&quot;:361.55,&quot;width&quot;:899.2000061035156}"/>
  <p:tag name="KSO_WM_DIAGRAM_VERSION" val="3"/>
  <p:tag name="KSO_WM_DIAGRAM_COLOR_TEXT_CAN_REMOVE" val="n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NDEX" val="1_1_1"/>
  <p:tag name="KSO_WM_UNIT_ID" val="diagram20231438_2*l_h_f*1_1_1"/>
  <p:tag name="KSO_WM_TEMPLATE_CATEGORY" val="diagram"/>
  <p:tag name="KSO_WM_UNIT_LAYERLEVEL" val="1_1_1"/>
  <p:tag name="KSO_WM_DIAGRAM_GROUP_CODE" val="l1-1"/>
  <p:tag name="KSO_WM_DIAGRAM_MIN_ITEMCNT" val="2"/>
  <p:tag name="KSO_WM_DIAGRAM_COLOR_TRICK" val="2"/>
  <p:tag name="KSO_WM_DIAGRAM_COLOR_MATCH_VALUE" val="{&quot;shape&quot;:{&quot;fill&quot;:{&quot;gradient&quot;:[{&quot;brightness&quot;:0.800000011920929,&quot;colorType&quot;:1,&quot;foreColorIndex&quot;:5,&quot;pos&quot;:0,&quot;transparency&quot;:0.800000011920929},{&quot;brightness&quot;:0,&quot;colorType&quot;:1,&quot;foreColorIndex&quot;:14,&quot;pos&quot;:1,&quot;transparency&quot;:1}],&quot;type&quot;:3},&quot;glow&quot;:{&quot;colorType&quot;:0},&quot;line&quot;:{&quot;solidLine&quot;:{&quot;brightness&quot;:0.6000000238418579,&quot;colorType&quot;:1,&quot;foreColorIndex&quot;:5,&quot;transparency&quot;:0.4000000059604645},&quot;type&quot;:1},&quot;shadow&quot;:{&quot;brightness&quot;:0,&quot;colorType&quot;:1,&quot;foreColorIndex&quot;:5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TYPE" val="1"/>
  <p:tag name="KSO_WM_UNIT_TEXT_LAYER_COUNT" val="1"/>
  <p:tag name="KSO_WM_BEAUTIFY_FLAG" val="#wm#"/>
  <p:tag name="KSO_WM_UNIT_PRESET_TEXT" val="单击此处输入你的项正文，文字是您思想的提炼，请言简意赅的阐述观点。单击此处输入你的正文，文字是您思想的提炼，为了最终演示发布的良好效果，请言简意赅的阐述观点。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MAX_ITEMCNT" val="6"/>
  <p:tag name="KSO_WM_DIAGRAM_MIN_ITEMCNT" val="2"/>
  <p:tag name="KSO_WM_DIAGRAM_VIRTUALLY_FRAME" val="{&quot;height&quot;:410.33916625976565,&quot;left&quot;:25.899993896484375,&quot;top&quot;:361.55,&quot;width&quot;:899.2000061035156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689999997615814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0"/>
  <p:tag name="KSO_WM_UNIT_TYPE" val="l_h_a"/>
  <p:tag name="KSO_WM_UNIT_INDEX" val="1_1_1"/>
  <p:tag name="KSO_WM_UNIT_ID" val="diagram20231438_2*l_h_a*1_1_1"/>
  <p:tag name="KSO_WM_TEMPLATE_CATEGORY" val="diagram"/>
  <p:tag name="KSO_WM_TEMPLATE_INDEX" val="20231438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2"/>
  <p:tag name="KSO_WM_DIAGRAM_COLOR_TEXT_CAN_REMOVE" val="n"/>
  <p:tag name="KSO_WM_UNIT_TEXT_FILL_TYPE" val="1"/>
  <p:tag name="KSO_WM_UNIT_TEXT_TYPE" val="1"/>
  <p:tag name="KSO_WM_BEAUTIFY_FLAG" val="#wm#"/>
  <p:tag name="KSO_WM_UNIT_PRESET_TEXT" val="添加标题"/>
  <p:tag name="KSO_WM_UNIT_FILL_TYPE" val="3"/>
  <p:tag name="KSO_WM_DIAGRAM_USE_COLOR_VALUE" val="{&quot;color_scheme&quot;:1,&quot;color_type&quot;:1,&quot;theme_color_indexes&quot;:[]}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438_2*l_h_i*1_1_3"/>
  <p:tag name="KSO_WM_TEMPLATE_CATEGORY" val="diagram"/>
  <p:tag name="KSO_WM_TEMPLATE_INDEX" val="20231438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410.33916625976565,&quot;left&quot;:25.899993896484375,&quot;top&quot;:361.55,&quot;width&quot;:899.2000061035156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BEAUTIFY_FLAG" val="#wm#"/>
  <p:tag name="KSO_WM_UNIT_FILL_TYPE" val="1"/>
  <p:tag name="KSO_WM_UNIT_FILL_FORE_SCHEMECOLOR_INDEX" val="5"/>
  <p:tag name="KSO_WM_UNIT_FILL_FORE_SCHEMECOLOR_INDEX_BRIGHTNESS" val="-0.5"/>
  <p:tag name="KSO_WM_DIAGRAM_USE_COLOR_VALUE" val="{&quot;color_scheme&quot;:1,&quot;color_type&quot;:1,&quot;theme_color_indexes&quot;:[]}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438_2*l_h_i*1_1_2"/>
  <p:tag name="KSO_WM_TEMPLATE_CATEGORY" val="diagram"/>
  <p:tag name="KSO_WM_TEMPLATE_INDEX" val="20231438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410.33916625976565,&quot;left&quot;:25.899993896484375,&quot;top&quot;:361.55,&quot;width&quot;:899.2000061035156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BEAUTIFY_FLAG" val="#wm#"/>
  <p:tag name="KSO_WM_UNIT_FILL_TYPE" val="1"/>
  <p:tag name="KSO_WM_UNIT_FILL_FORE_SCHEMECOLOR_INDEX" val="5"/>
  <p:tag name="KSO_WM_UNIT_FILL_FORE_SCHEMECOLOR_INDEX_BRIGHTNESS" val="-0.5"/>
  <p:tag name="KSO_WM_DIAGRAM_USE_COLOR_VALUE" val="{&quot;color_scheme&quot;:1,&quot;color_type&quot;:1,&quot;theme_color_indexes&quot;:[]}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MAX_ITEMCNT" val="6"/>
  <p:tag name="KSO_WM_DIAGRAM_MIN_ITEMCNT" val="2"/>
  <p:tag name="KSO_WM_DIAGRAM_VIRTUALLY_FRAME" val="{&quot;height&quot;:410.33916625976565,&quot;left&quot;:25.899993896484375,&quot;top&quot;:361.55,&quot;width&quot;:899.2000061035156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0.6644999980926514,&quot;transparency&quot;:0},{&quot;brightness&quot;:0,&quot;colorType&quot;:1,&quot;foreColorIndex&quot;:8,&quot;pos&quot;:1,&quot;transparency&quot;:0}],&quot;type&quot;:3},&quot;glow&quot;:{&quot;colorType&quot;:0},&quot;line&quot;:{&quot;type&quot;:0},&quot;shadow&quot;:{&quot;brightness&quot;:0,&quot;colorType&quot;:1,&quot;foreColorIndex&quot;:8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0"/>
  <p:tag name="KSO_WM_UNIT_TYPE" val="l_h_a"/>
  <p:tag name="KSO_WM_UNIT_INDEX" val="1_2_1"/>
  <p:tag name="KSO_WM_UNIT_ID" val="diagram20231438_2*l_h_a*1_2_1"/>
  <p:tag name="KSO_WM_TEMPLATE_CATEGORY" val="diagram"/>
  <p:tag name="KSO_WM_TEMPLATE_INDEX" val="20231438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2"/>
  <p:tag name="KSO_WM_DIAGRAM_COLOR_TEXT_CAN_REMOVE" val="n"/>
  <p:tag name="KSO_WM_UNIT_TEXT_FILL_TYPE" val="1"/>
  <p:tag name="KSO_WM_UNIT_TEXT_TYPE" val="1"/>
  <p:tag name="KSO_WM_BEAUTIFY_FLAG" val="#wm#"/>
  <p:tag name="KSO_WM_UNIT_PRESET_TEXT" val="添加标题"/>
  <p:tag name="KSO_WM_UNIT_FILL_TYPE" val="3"/>
  <p:tag name="KSO_WM_DIAGRAM_USE_COLOR_VALUE" val="{&quot;color_scheme&quot;:1,&quot;color_type&quot;:1,&quot;theme_color_indexes&quot;:[]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438_2*l_h_i*1_2_3"/>
  <p:tag name="KSO_WM_TEMPLATE_CATEGORY" val="diagram"/>
  <p:tag name="KSO_WM_TEMPLATE_INDEX" val="20231438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410.33916625976565,&quot;left&quot;:25.899993896484375,&quot;top&quot;:361.55,&quot;width&quot;:899.2000061035156}"/>
  <p:tag name="KSO_WM_DIAGRAM_COLOR_MATCH_VALUE" val="{&quot;shape&quot;:{&quot;fill&quot;:{&quot;solid&quot;:{&quot;brightness&quot;:-0.5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BEAUTIFY_FLAG" val="#wm#"/>
  <p:tag name="KSO_WM_UNIT_FILL_TYPE" val="1"/>
  <p:tag name="KSO_WM_UNIT_FILL_FORE_SCHEMECOLOR_INDEX" val="8"/>
  <p:tag name="KSO_WM_UNIT_FILL_FORE_SCHEMECOLOR_INDEX_BRIGHTNESS" val="-0.5"/>
  <p:tag name="KSO_WM_DIAGRAM_USE_COLOR_VALUE" val="{&quot;color_scheme&quot;:1,&quot;color_type&quot;:1,&quot;theme_color_indexes&quot;:[]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438_2*l_h_i*1_2_2"/>
  <p:tag name="KSO_WM_TEMPLATE_CATEGORY" val="diagram"/>
  <p:tag name="KSO_WM_TEMPLATE_INDEX" val="20231438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410.33916625976565,&quot;left&quot;:25.899993896484375,&quot;top&quot;:361.55,&quot;width&quot;:899.2000061035156}"/>
  <p:tag name="KSO_WM_DIAGRAM_COLOR_MATCH_VALUE" val="{&quot;shape&quot;:{&quot;fill&quot;:{&quot;solid&quot;:{&quot;brightness&quot;:-0.5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BEAUTIFY_FLAG" val="#wm#"/>
  <p:tag name="KSO_WM_UNIT_FILL_TYPE" val="1"/>
  <p:tag name="KSO_WM_UNIT_FILL_FORE_SCHEMECOLOR_INDEX" val="8"/>
  <p:tag name="KSO_WM_UNIT_FILL_FORE_SCHEMECOLOR_INDEX_BRIGHTNESS" val="-0.5"/>
  <p:tag name="KSO_WM_DIAGRAM_USE_COLOR_VALUE" val="{&quot;color_scheme&quot;:1,&quot;color_type&quot;:1,&quot;theme_color_indexes&quot;:[]}"/>
</p:tagLst>
</file>

<file path=ppt/tags/tag15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MAX_ITEMCNT" val="6"/>
  <p:tag name="KSO_WM_DIAGRAM_VIRTUALLY_FRAME" val="{&quot;height&quot;:410.33916625976565,&quot;left&quot;:25.899993896484375,&quot;top&quot;:361.55,&quot;width&quot;:899.2000061035156}"/>
  <p:tag name="KSO_WM_DIAGRAM_VERSION" val="3"/>
  <p:tag name="KSO_WM_DIAGRAM_COLOR_TEXT_CAN_REMOVE" val="n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NDEX" val="1_3_1"/>
  <p:tag name="KSO_WM_UNIT_ID" val="diagram20231438_2*l_h_f*1_3_1"/>
  <p:tag name="KSO_WM_TEMPLATE_CATEGORY" val="diagram"/>
  <p:tag name="KSO_WM_UNIT_LAYERLEVEL" val="1_1_1"/>
  <p:tag name="KSO_WM_DIAGRAM_GROUP_CODE" val="l1-1"/>
  <p:tag name="KSO_WM_DIAGRAM_MIN_ITEMCNT" val="2"/>
  <p:tag name="KSO_WM_DIAGRAM_COLOR_TRICK" val="2"/>
  <p:tag name="KSO_WM_DIAGRAM_COLOR_MATCH_VALUE" val="{&quot;shape&quot;:{&quot;fill&quot;:{&quot;gradient&quot;:[{&quot;brightness&quot;:0.800000011920929,&quot;colorType&quot;:1,&quot;foreColorIndex&quot;:5,&quot;pos&quot;:0,&quot;transparency&quot;:0.800000011920929},{&quot;brightness&quot;:0,&quot;colorType&quot;:1,&quot;foreColorIndex&quot;:14,&quot;pos&quot;:1,&quot;transparency&quot;:1}],&quot;type&quot;:3},&quot;glow&quot;:{&quot;colorType&quot;:0},&quot;line&quot;:{&quot;solidLine&quot;:{&quot;brightness&quot;:0.6000000238418579,&quot;colorType&quot;:1,&quot;foreColorIndex&quot;:5,&quot;transparency&quot;:0.4000000059604645},&quot;type&quot;:1},&quot;shadow&quot;:{&quot;brightness&quot;:0,&quot;colorType&quot;:1,&quot;foreColorIndex&quot;:5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TYPE" val="1"/>
  <p:tag name="KSO_WM_UNIT_TEXT_LAYER_COUNT" val="1"/>
  <p:tag name="KSO_WM_BEAUTIFY_FLAG" val="#wm#"/>
  <p:tag name="KSO_WM_UNIT_PRESET_TEXT" val="单击此处输入你的项正文，文字是您思想的提炼，请言简意赅的阐述观点。单击此处输入你的正文，文字是您思想的提炼，为了最终演示发布的良好效果，请言简意赅的阐述观点。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MAX_ITEMCNT" val="6"/>
  <p:tag name="KSO_WM_DIAGRAM_MIN_ITEMCNT" val="2"/>
  <p:tag name="KSO_WM_DIAGRAM_VIRTUALLY_FRAME" val="{&quot;height&quot;:410.33916625976565,&quot;left&quot;:25.899993896484375,&quot;top&quot;:361.55,&quot;width&quot;:899.2000061035156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689999997615814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0"/>
  <p:tag name="KSO_WM_UNIT_TYPE" val="l_h_a"/>
  <p:tag name="KSO_WM_UNIT_INDEX" val="1_3_1"/>
  <p:tag name="KSO_WM_UNIT_ID" val="diagram20231438_2*l_h_a*1_3_1"/>
  <p:tag name="KSO_WM_TEMPLATE_CATEGORY" val="diagram"/>
  <p:tag name="KSO_WM_TEMPLATE_INDEX" val="20231438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2"/>
  <p:tag name="KSO_WM_DIAGRAM_COLOR_TEXT_CAN_REMOVE" val="n"/>
  <p:tag name="KSO_WM_UNIT_TEXT_FILL_TYPE" val="1"/>
  <p:tag name="KSO_WM_UNIT_TEXT_TYPE" val="1"/>
  <p:tag name="KSO_WM_BEAUTIFY_FLAG" val="#wm#"/>
  <p:tag name="KSO_WM_UNIT_PRESET_TEXT" val="添加标题"/>
  <p:tag name="KSO_WM_UNIT_FILL_TYPE" val="3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1438_2*l_h_i*1_3_3"/>
  <p:tag name="KSO_WM_TEMPLATE_CATEGORY" val="diagram"/>
  <p:tag name="KSO_WM_TEMPLATE_INDEX" val="20231438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410.33916625976565,&quot;left&quot;:25.899993896484375,&quot;top&quot;:361.55,&quot;width&quot;:899.2000061035156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BEAUTIFY_FLAG" val="#wm#"/>
  <p:tag name="KSO_WM_UNIT_FILL_TYPE" val="1"/>
  <p:tag name="KSO_WM_UNIT_FILL_FORE_SCHEMECOLOR_INDEX" val="5"/>
  <p:tag name="KSO_WM_UNIT_FILL_FORE_SCHEMECOLOR_INDEX_BRIGHTNESS" val="-0.5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438_2*l_h_i*1_3_2"/>
  <p:tag name="KSO_WM_TEMPLATE_CATEGORY" val="diagram"/>
  <p:tag name="KSO_WM_TEMPLATE_INDEX" val="20231438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410.33916625976565,&quot;left&quot;:25.899993896484375,&quot;top&quot;:361.55,&quot;width&quot;:899.2000061035156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BEAUTIFY_FLAG" val="#wm#"/>
  <p:tag name="KSO_WM_UNIT_FILL_TYPE" val="1"/>
  <p:tag name="KSO_WM_UNIT_FILL_FORE_SCHEMECOLOR_INDEX" val="5"/>
  <p:tag name="KSO_WM_UNIT_FILL_FORE_SCHEMECOLOR_INDEX_BRIGHTNESS" val="-0.5"/>
  <p:tag name="KSO_WM_DIAGRAM_USE_COLOR_VALUE" val="{&quot;color_scheme&quot;:1,&quot;color_type&quot;:1,&quot;theme_color_indexes&quot;:[]}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TABLE_ENDDRAG_ORIGIN_RECT" val="671*175"/>
  <p:tag name="TABLE_ENDDRAG_RECT" val="144*139*671*175"/>
</p:tagLst>
</file>

<file path=ppt/tags/tag21.xml><?xml version="1.0" encoding="utf-8"?>
<p:tagLst xmlns:p="http://schemas.openxmlformats.org/presentationml/2006/main">
  <p:tag name="KSO_WM_DIAGRAM_VIRTUALLY_FRAME" val="{&quot;height&quot;:226,&quot;left&quot;:25.1,&quot;top&quot;:294.85,&quot;width&quot;:913.85}"/>
</p:tagLst>
</file>

<file path=ppt/tags/tag22.xml><?xml version="1.0" encoding="utf-8"?>
<p:tagLst xmlns:p="http://schemas.openxmlformats.org/presentationml/2006/main">
  <p:tag name="KSO_WM_SLIDE_ITEM_CNT" val="6"/>
</p:tagLst>
</file>

<file path=ppt/tags/tag23.xml><?xml version="1.0" encoding="utf-8"?>
<p:tagLst xmlns:p="http://schemas.openxmlformats.org/presentationml/2006/main">
  <p:tag name="KSO_WM_DIAGRAM_VIRTUALLY_FRAME" val="{&quot;height&quot;:226,&quot;left&quot;:25.1,&quot;top&quot;:294.85,&quot;width&quot;:913.85}"/>
</p:tagLst>
</file>

<file path=ppt/tags/tag24.xml><?xml version="1.0" encoding="utf-8"?>
<p:tagLst xmlns:p="http://schemas.openxmlformats.org/presentationml/2006/main">
  <p:tag name="KSO_WM_DIAGRAM_VIRTUALLY_FRAME" val="{&quot;height&quot;:226,&quot;left&quot;:25.1,&quot;top&quot;:294.85,&quot;width&quot;:913.85}"/>
</p:tagLst>
</file>

<file path=ppt/tags/tag25.xml><?xml version="1.0" encoding="utf-8"?>
<p:tagLst xmlns:p="http://schemas.openxmlformats.org/presentationml/2006/main">
  <p:tag name="KSO_WM_DIAGRAM_VIRTUALLY_FRAME" val="{&quot;height&quot;:226,&quot;left&quot;:25.1,&quot;top&quot;:294.85,&quot;width&quot;:913.85}"/>
</p:tagLst>
</file>

<file path=ppt/tags/tag26.xml><?xml version="1.0" encoding="utf-8"?>
<p:tagLst xmlns:p="http://schemas.openxmlformats.org/presentationml/2006/main">
  <p:tag name="KSO_WM_DIAGRAM_VIRTUALLY_FRAME" val="{&quot;height&quot;:226,&quot;left&quot;:25.1,&quot;top&quot;:294.85,&quot;width&quot;:913.85}"/>
</p:tagLst>
</file>

<file path=ppt/tags/tag27.xml><?xml version="1.0" encoding="utf-8"?>
<p:tagLst xmlns:p="http://schemas.openxmlformats.org/presentationml/2006/main">
  <p:tag name="KSO_WM_DIAGRAM_VIRTUALLY_FRAME" val="{&quot;height&quot;:226,&quot;left&quot;:25.1,&quot;top&quot;:294.85,&quot;width&quot;:913.85}"/>
</p:tagLst>
</file>

<file path=ppt/tags/tag28.xml><?xml version="1.0" encoding="utf-8"?>
<p:tagLst xmlns:p="http://schemas.openxmlformats.org/presentationml/2006/main">
  <p:tag name="KSO_WM_DIAGRAM_VIRTUALLY_FRAME" val="{&quot;height&quot;:226,&quot;left&quot;:25.1,&quot;top&quot;:294.85,&quot;width&quot;:913.85}"/>
</p:tagLst>
</file>

<file path=ppt/tags/tag29.xml><?xml version="1.0" encoding="utf-8"?>
<p:tagLst xmlns:p="http://schemas.openxmlformats.org/presentationml/2006/main">
  <p:tag name="KSO_WM_DIAGRAM_VIRTUALLY_FRAME" val="{&quot;height&quot;:226,&quot;left&quot;:25.1,&quot;top&quot;:294.85,&quot;width&quot;:913.85}"/>
</p:tagLst>
</file>

<file path=ppt/tags/tag30.xml><?xml version="1.0" encoding="utf-8"?>
<p:tagLst xmlns:p="http://schemas.openxmlformats.org/presentationml/2006/main">
  <p:tag name="KSO_WM_DIAGRAM_VIRTUALLY_FRAME" val="{&quot;height&quot;:226,&quot;left&quot;:25.1,&quot;top&quot;:294.85,&quot;width&quot;:913.85}"/>
</p:tagLst>
</file>

<file path=ppt/tags/tag31.xml><?xml version="1.0" encoding="utf-8"?>
<p:tagLst xmlns:p="http://schemas.openxmlformats.org/presentationml/2006/main">
  <p:tag name="KSO_WM_DIAGRAM_VIRTUALLY_FRAME" val="{&quot;height&quot;:226,&quot;left&quot;:25.1,&quot;top&quot;:294.85,&quot;width&quot;:913.85}"/>
</p:tagLst>
</file>

<file path=ppt/tags/tag32.xml><?xml version="1.0" encoding="utf-8"?>
<p:tagLst xmlns:p="http://schemas.openxmlformats.org/presentationml/2006/main">
  <p:tag name="KSO_WM_DIAGRAM_VIRTUALLY_FRAME" val="{&quot;height&quot;:226,&quot;left&quot;:25.1,&quot;top&quot;:294.85,&quot;width&quot;:913.85}"/>
</p:tagLst>
</file>

<file path=ppt/tags/tag33.xml><?xml version="1.0" encoding="utf-8"?>
<p:tagLst xmlns:p="http://schemas.openxmlformats.org/presentationml/2006/main">
  <p:tag name="KSO_WM_DIAGRAM_VIRTUALLY_FRAME" val="{&quot;height&quot;:226,&quot;left&quot;:25.1,&quot;top&quot;:294.85,&quot;width&quot;:913.85}"/>
</p:tagLst>
</file>

<file path=ppt/tags/tag34.xml><?xml version="1.0" encoding="utf-8"?>
<p:tagLst xmlns:p="http://schemas.openxmlformats.org/presentationml/2006/main">
  <p:tag name="KSO_WM_DIAGRAM_VIRTUALLY_FRAME" val="{&quot;height&quot;:226,&quot;left&quot;:25.1,&quot;top&quot;:294.85,&quot;width&quot;:913.85}"/>
</p:tagLst>
</file>

<file path=ppt/tags/tag35.xml><?xml version="1.0" encoding="utf-8"?>
<p:tagLst xmlns:p="http://schemas.openxmlformats.org/presentationml/2006/main">
  <p:tag name="KSO_WM_DIAGRAM_VIRTUALLY_FRAME" val="{&quot;height&quot;:226,&quot;left&quot;:25.1,&quot;top&quot;:294.85,&quot;width&quot;:913.85}"/>
</p:tagLst>
</file>

<file path=ppt/tags/tag36.xml><?xml version="1.0" encoding="utf-8"?>
<p:tagLst xmlns:p="http://schemas.openxmlformats.org/presentationml/2006/main">
  <p:tag name="KSO_WM_SLIDE_ITEM_CNT" val="6"/>
</p:tagLst>
</file>

<file path=ppt/tags/tag37.xml><?xml version="1.0" encoding="utf-8"?>
<p:tagLst xmlns:p="http://schemas.openxmlformats.org/presentationml/2006/main">
  <p:tag name="resource_record_key" val="{&quot;10&quot;:[50028216,3504999,50028833,50011557,50025006,3505155,4530415,21547405,3656495,3505439,50033628,50059531,20288333,50003567,3656892],&quot;70&quot;:[3312156,3312133,3402716,3332761,3326127,3314265,3312443,3325557,3318297,3325743,3314344]}"/>
</p:tagLst>
</file>

<file path=ppt/theme/theme1.xml><?xml version="1.0" encoding="utf-8"?>
<a:theme xmlns:a="http://schemas.openxmlformats.org/drawingml/2006/main" name="3_Office 主题​​">
  <a:themeElements>
    <a:clrScheme name="自定义 9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0A59"/>
      </a:accent1>
      <a:accent2>
        <a:srgbClr val="F17D07"/>
      </a:accent2>
      <a:accent3>
        <a:srgbClr val="000A59"/>
      </a:accent3>
      <a:accent4>
        <a:srgbClr val="F17D07"/>
      </a:accent4>
      <a:accent5>
        <a:srgbClr val="000A59"/>
      </a:accent5>
      <a:accent6>
        <a:srgbClr val="F17D07"/>
      </a:accent6>
      <a:hlink>
        <a:srgbClr val="0563C1"/>
      </a:hlink>
      <a:folHlink>
        <a:srgbClr val="954F7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01600" cap="rnd">
          <a:gradFill>
            <a:gsLst>
              <a:gs pos="0">
                <a:schemeClr val="accent1">
                  <a:lumMod val="20000"/>
                  <a:lumOff val="80000"/>
                  <a:alpha val="100000"/>
                </a:schemeClr>
              </a:gs>
              <a:gs pos="88000">
                <a:schemeClr val="accent1">
                  <a:alpha val="100000"/>
                </a:schemeClr>
              </a:gs>
            </a:gsLst>
            <a:lin ang="6180000" scaled="1"/>
          </a:gradFill>
          <a:prstDash val="solid"/>
          <a:miter/>
        </a:ln>
      </a:spPr>
      <a:bodyPr rot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>
          <a:defRPr lang="zh-CN" altLang="en-US" sz="1200">
            <a:solidFill>
              <a:schemeClr val="tx1"/>
            </a:solidFill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2397</Words>
  <Application>WPS 演示</Application>
  <PresentationFormat>宽屏</PresentationFormat>
  <Paragraphs>232</Paragraphs>
  <Slides>5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宋体</vt:lpstr>
      <vt:lpstr>Wingdings</vt:lpstr>
      <vt:lpstr>Kaiti SC</vt:lpstr>
      <vt:lpstr>方正大黑体_GBK</vt:lpstr>
      <vt:lpstr>微软雅黑</vt:lpstr>
      <vt:lpstr>Wingdings</vt:lpstr>
      <vt:lpstr>Roboto</vt:lpstr>
      <vt:lpstr>Arial</vt:lpstr>
      <vt:lpstr>Arial Unicode MS</vt:lpstr>
      <vt:lpstr>等线</vt:lpstr>
      <vt:lpstr>Times New Roman</vt:lpstr>
      <vt:lpstr>Calibri</vt:lpstr>
      <vt:lpstr>Roboto</vt:lpstr>
      <vt:lpstr>3_Office 主题​​</vt:lpstr>
      <vt:lpstr>智能体标识系统设计技术路线</vt:lpstr>
      <vt:lpstr>新型智能体分布式标识规范</vt:lpstr>
      <vt:lpstr>根节点作为信任管理枢纽：以根节点为锚，构建分层级的信任和治理</vt:lpstr>
      <vt:lpstr>根节点作为数据分发枢纽：DID文档核验保障安全分发</vt:lpstr>
      <vt:lpstr>根节点作为语义治理枢纽：服务标识层面赋能高性能发现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lly</dc:creator>
  <cp:lastModifiedBy>金良</cp:lastModifiedBy>
  <cp:revision>3614</cp:revision>
  <dcterms:created xsi:type="dcterms:W3CDTF">2021-03-07T11:43:00Z</dcterms:created>
  <dcterms:modified xsi:type="dcterms:W3CDTF">2026-05-20T06:30:59Z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95D3199D52DA453FBC3CC25BC5DF3E30_13</vt:lpwstr>
  </property>
</Properties>
</file>